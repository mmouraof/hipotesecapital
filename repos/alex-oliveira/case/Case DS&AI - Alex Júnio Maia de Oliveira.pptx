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17"/>
  </p:notesMasterIdLst>
  <p:sldIdLst>
    <p:sldId id="256" r:id="rId2"/>
    <p:sldId id="258" r:id="rId3"/>
    <p:sldId id="260" r:id="rId4"/>
    <p:sldId id="261" r:id="rId5"/>
    <p:sldId id="326" r:id="rId6"/>
    <p:sldId id="330" r:id="rId7"/>
    <p:sldId id="331" r:id="rId8"/>
    <p:sldId id="332" r:id="rId9"/>
    <p:sldId id="333" r:id="rId10"/>
    <p:sldId id="327" r:id="rId11"/>
    <p:sldId id="262" r:id="rId12"/>
    <p:sldId id="334" r:id="rId13"/>
    <p:sldId id="329" r:id="rId14"/>
    <p:sldId id="335" r:id="rId15"/>
    <p:sldId id="305" r:id="rId16"/>
  </p:sldIdLst>
  <p:sldSz cx="9144000" cy="5143500" type="screen16x9"/>
  <p:notesSz cx="6858000" cy="9144000"/>
  <p:embeddedFontLst>
    <p:embeddedFont>
      <p:font typeface="Abadi" panose="020B0604020104020204" pitchFamily="34" charset="0"/>
      <p:regular r:id="rId18"/>
    </p:embeddedFont>
    <p:embeddedFont>
      <p:font typeface="Open Sans" panose="020B0606030504020204" pitchFamily="34" charset="0"/>
      <p:regular r:id="rId19"/>
      <p:bold r:id="rId20"/>
      <p:italic r:id="rId21"/>
      <p:boldItalic r:id="rId22"/>
    </p:embeddedFont>
    <p:embeddedFont>
      <p:font typeface="Poppins" panose="00000500000000000000" pitchFamily="2" charset="0"/>
      <p:regular r:id="rId23"/>
      <p:bold r:id="rId24"/>
      <p:italic r:id="rId25"/>
      <p:boldItalic r:id="rId26"/>
    </p:embeddedFont>
    <p:embeddedFont>
      <p:font typeface="Poppins ExtraBold" panose="00000900000000000000" pitchFamily="2" charset="0"/>
      <p:bold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BA97"/>
    <a:srgbClr val="9A8A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3FAFB6-8EC5-4F80-B873-16289193C91B}">
  <a:tblStyle styleId="{693FAFB6-8EC5-4F80-B873-16289193C91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63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6"/>
        <p:cNvGrpSpPr/>
        <p:nvPr/>
      </p:nvGrpSpPr>
      <p:grpSpPr>
        <a:xfrm>
          <a:off x="0" y="0"/>
          <a:ext cx="0" cy="0"/>
          <a:chOff x="0" y="0"/>
          <a:chExt cx="0" cy="0"/>
        </a:xfrm>
      </p:grpSpPr>
      <p:sp>
        <p:nvSpPr>
          <p:cNvPr id="4787" name="Google Shape;4787;g1fc455d732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8" name="Google Shape;4788;g1fc455d732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5"/>
        <p:cNvGrpSpPr/>
        <p:nvPr/>
      </p:nvGrpSpPr>
      <p:grpSpPr>
        <a:xfrm>
          <a:off x="0" y="0"/>
          <a:ext cx="0" cy="0"/>
          <a:chOff x="0" y="0"/>
          <a:chExt cx="0" cy="0"/>
        </a:xfrm>
      </p:grpSpPr>
      <p:sp>
        <p:nvSpPr>
          <p:cNvPr id="4826" name="Google Shape;4826;gdd0c7d16c6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7" name="Google Shape;4827;gdd0c7d16c6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3"/>
        <p:cNvGrpSpPr/>
        <p:nvPr/>
      </p:nvGrpSpPr>
      <p:grpSpPr>
        <a:xfrm>
          <a:off x="0" y="0"/>
          <a:ext cx="0" cy="0"/>
          <a:chOff x="0" y="0"/>
          <a:chExt cx="0" cy="0"/>
        </a:xfrm>
      </p:grpSpPr>
      <p:sp>
        <p:nvSpPr>
          <p:cNvPr id="4864" name="Google Shape;4864;gdd0c7d16c6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5" name="Google Shape;4865;gdd0c7d16c6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0"/>
        <p:cNvGrpSpPr/>
        <p:nvPr/>
      </p:nvGrpSpPr>
      <p:grpSpPr>
        <a:xfrm>
          <a:off x="0" y="0"/>
          <a:ext cx="0" cy="0"/>
          <a:chOff x="0" y="0"/>
          <a:chExt cx="0" cy="0"/>
        </a:xfrm>
      </p:grpSpPr>
      <p:sp>
        <p:nvSpPr>
          <p:cNvPr id="4901" name="Google Shape;4901;gdb0f9523dd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2" name="Google Shape;4902;gdb0f9523dd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3">
          <a:extLst>
            <a:ext uri="{FF2B5EF4-FFF2-40B4-BE49-F238E27FC236}">
              <a16:creationId xmlns:a16="http://schemas.microsoft.com/office/drawing/2014/main" id="{D2C83EC2-B338-2669-8215-12FBC5E505BF}"/>
            </a:ext>
          </a:extLst>
        </p:cNvPr>
        <p:cNvGrpSpPr/>
        <p:nvPr/>
      </p:nvGrpSpPr>
      <p:grpSpPr>
        <a:xfrm>
          <a:off x="0" y="0"/>
          <a:ext cx="0" cy="0"/>
          <a:chOff x="0" y="0"/>
          <a:chExt cx="0" cy="0"/>
        </a:xfrm>
      </p:grpSpPr>
      <p:sp>
        <p:nvSpPr>
          <p:cNvPr id="4864" name="Google Shape;4864;gdd0c7d16c6_0_62:notes">
            <a:extLst>
              <a:ext uri="{FF2B5EF4-FFF2-40B4-BE49-F238E27FC236}">
                <a16:creationId xmlns:a16="http://schemas.microsoft.com/office/drawing/2014/main" id="{BA2F114F-B24A-CDDE-6D08-0DECBA09F3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5" name="Google Shape;4865;gdd0c7d16c6_0_62:notes">
            <a:extLst>
              <a:ext uri="{FF2B5EF4-FFF2-40B4-BE49-F238E27FC236}">
                <a16:creationId xmlns:a16="http://schemas.microsoft.com/office/drawing/2014/main" id="{DA8620A8-8CD3-1ECF-97E4-B371823E78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6317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0">
          <a:extLst>
            <a:ext uri="{FF2B5EF4-FFF2-40B4-BE49-F238E27FC236}">
              <a16:creationId xmlns:a16="http://schemas.microsoft.com/office/drawing/2014/main" id="{067B78E4-8B1C-84F9-292A-996F35460D66}"/>
            </a:ext>
          </a:extLst>
        </p:cNvPr>
        <p:cNvGrpSpPr/>
        <p:nvPr/>
      </p:nvGrpSpPr>
      <p:grpSpPr>
        <a:xfrm>
          <a:off x="0" y="0"/>
          <a:ext cx="0" cy="0"/>
          <a:chOff x="0" y="0"/>
          <a:chExt cx="0" cy="0"/>
        </a:xfrm>
      </p:grpSpPr>
      <p:sp>
        <p:nvSpPr>
          <p:cNvPr id="4901" name="Google Shape;4901;gdb0f9523dd_0_68:notes">
            <a:extLst>
              <a:ext uri="{FF2B5EF4-FFF2-40B4-BE49-F238E27FC236}">
                <a16:creationId xmlns:a16="http://schemas.microsoft.com/office/drawing/2014/main" id="{C1119179-C683-BB43-17F7-ADDCA40ECF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2" name="Google Shape;4902;gdb0f9523dd_0_68:notes">
            <a:extLst>
              <a:ext uri="{FF2B5EF4-FFF2-40B4-BE49-F238E27FC236}">
                <a16:creationId xmlns:a16="http://schemas.microsoft.com/office/drawing/2014/main" id="{113D4BD1-EB1D-1811-87B7-D06063C7BA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25779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0">
          <a:extLst>
            <a:ext uri="{FF2B5EF4-FFF2-40B4-BE49-F238E27FC236}">
              <a16:creationId xmlns:a16="http://schemas.microsoft.com/office/drawing/2014/main" id="{AA5E363F-8570-CF71-BDC3-7B897EAF27F4}"/>
            </a:ext>
          </a:extLst>
        </p:cNvPr>
        <p:cNvGrpSpPr/>
        <p:nvPr/>
      </p:nvGrpSpPr>
      <p:grpSpPr>
        <a:xfrm>
          <a:off x="0" y="0"/>
          <a:ext cx="0" cy="0"/>
          <a:chOff x="0" y="0"/>
          <a:chExt cx="0" cy="0"/>
        </a:xfrm>
      </p:grpSpPr>
      <p:sp>
        <p:nvSpPr>
          <p:cNvPr id="4901" name="Google Shape;4901;gdb0f9523dd_0_68:notes">
            <a:extLst>
              <a:ext uri="{FF2B5EF4-FFF2-40B4-BE49-F238E27FC236}">
                <a16:creationId xmlns:a16="http://schemas.microsoft.com/office/drawing/2014/main" id="{3458332D-F98E-5E19-A1E9-F8DD785946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2" name="Google Shape;4902;gdb0f9523dd_0_68:notes">
            <a:extLst>
              <a:ext uri="{FF2B5EF4-FFF2-40B4-BE49-F238E27FC236}">
                <a16:creationId xmlns:a16="http://schemas.microsoft.com/office/drawing/2014/main" id="{1A0FC810-F869-643A-E327-1D198A8ACF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38836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0">
          <a:extLst>
            <a:ext uri="{FF2B5EF4-FFF2-40B4-BE49-F238E27FC236}">
              <a16:creationId xmlns:a16="http://schemas.microsoft.com/office/drawing/2014/main" id="{41954361-F609-559E-160C-D4FB20844039}"/>
            </a:ext>
          </a:extLst>
        </p:cNvPr>
        <p:cNvGrpSpPr/>
        <p:nvPr/>
      </p:nvGrpSpPr>
      <p:grpSpPr>
        <a:xfrm>
          <a:off x="0" y="0"/>
          <a:ext cx="0" cy="0"/>
          <a:chOff x="0" y="0"/>
          <a:chExt cx="0" cy="0"/>
        </a:xfrm>
      </p:grpSpPr>
      <p:sp>
        <p:nvSpPr>
          <p:cNvPr id="4901" name="Google Shape;4901;gdb0f9523dd_0_68:notes">
            <a:extLst>
              <a:ext uri="{FF2B5EF4-FFF2-40B4-BE49-F238E27FC236}">
                <a16:creationId xmlns:a16="http://schemas.microsoft.com/office/drawing/2014/main" id="{692C1498-3A32-C4D1-A690-EF8738C3E3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2" name="Google Shape;4902;gdb0f9523dd_0_68:notes">
            <a:extLst>
              <a:ext uri="{FF2B5EF4-FFF2-40B4-BE49-F238E27FC236}">
                <a16:creationId xmlns:a16="http://schemas.microsoft.com/office/drawing/2014/main" id="{D2A3BD0A-DD1E-F5A7-26B3-AD12896669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1337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0">
          <a:extLst>
            <a:ext uri="{FF2B5EF4-FFF2-40B4-BE49-F238E27FC236}">
              <a16:creationId xmlns:a16="http://schemas.microsoft.com/office/drawing/2014/main" id="{D99C09E2-B7F2-7468-DE2A-16B43AF742C6}"/>
            </a:ext>
          </a:extLst>
        </p:cNvPr>
        <p:cNvGrpSpPr/>
        <p:nvPr/>
      </p:nvGrpSpPr>
      <p:grpSpPr>
        <a:xfrm>
          <a:off x="0" y="0"/>
          <a:ext cx="0" cy="0"/>
          <a:chOff x="0" y="0"/>
          <a:chExt cx="0" cy="0"/>
        </a:xfrm>
      </p:grpSpPr>
      <p:sp>
        <p:nvSpPr>
          <p:cNvPr id="4901" name="Google Shape;4901;gdb0f9523dd_0_68:notes">
            <a:extLst>
              <a:ext uri="{FF2B5EF4-FFF2-40B4-BE49-F238E27FC236}">
                <a16:creationId xmlns:a16="http://schemas.microsoft.com/office/drawing/2014/main" id="{43433017-2F7C-E579-0746-363C36860F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2" name="Google Shape;4902;gdb0f9523dd_0_68:notes">
            <a:extLst>
              <a:ext uri="{FF2B5EF4-FFF2-40B4-BE49-F238E27FC236}">
                <a16:creationId xmlns:a16="http://schemas.microsoft.com/office/drawing/2014/main" id="{5FA5CA1D-F802-81F3-69AB-70A2F26345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92610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3">
          <a:extLst>
            <a:ext uri="{FF2B5EF4-FFF2-40B4-BE49-F238E27FC236}">
              <a16:creationId xmlns:a16="http://schemas.microsoft.com/office/drawing/2014/main" id="{5F9B1534-BA2F-5D2D-EB25-DA618F91C743}"/>
            </a:ext>
          </a:extLst>
        </p:cNvPr>
        <p:cNvGrpSpPr/>
        <p:nvPr/>
      </p:nvGrpSpPr>
      <p:grpSpPr>
        <a:xfrm>
          <a:off x="0" y="0"/>
          <a:ext cx="0" cy="0"/>
          <a:chOff x="0" y="0"/>
          <a:chExt cx="0" cy="0"/>
        </a:xfrm>
      </p:grpSpPr>
      <p:sp>
        <p:nvSpPr>
          <p:cNvPr id="4864" name="Google Shape;4864;gdd0c7d16c6_0_62:notes">
            <a:extLst>
              <a:ext uri="{FF2B5EF4-FFF2-40B4-BE49-F238E27FC236}">
                <a16:creationId xmlns:a16="http://schemas.microsoft.com/office/drawing/2014/main" id="{55B9A42F-3A7E-F53E-AC7E-9B7BB34493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5" name="Google Shape;4865;gdd0c7d16c6_0_62:notes">
            <a:extLst>
              <a:ext uri="{FF2B5EF4-FFF2-40B4-BE49-F238E27FC236}">
                <a16:creationId xmlns:a16="http://schemas.microsoft.com/office/drawing/2014/main" id="{C2134ED2-3C68-D7B5-8E45-5037B19A97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00545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6"/>
        <p:cNvGrpSpPr/>
        <p:nvPr/>
      </p:nvGrpSpPr>
      <p:grpSpPr>
        <a:xfrm>
          <a:off x="0" y="0"/>
          <a:ext cx="0" cy="0"/>
          <a:chOff x="0" y="0"/>
          <a:chExt cx="0" cy="0"/>
        </a:xfrm>
      </p:grpSpPr>
      <p:sp>
        <p:nvSpPr>
          <p:cNvPr id="4927" name="Google Shape;4927;g1fe03b6aa81_0_36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8" name="Google Shape;4928;g1fe03b6aa81_0_36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0">
          <a:extLst>
            <a:ext uri="{FF2B5EF4-FFF2-40B4-BE49-F238E27FC236}">
              <a16:creationId xmlns:a16="http://schemas.microsoft.com/office/drawing/2014/main" id="{C6DB6679-70F8-9EC1-45BF-3F14CBB213C6}"/>
            </a:ext>
          </a:extLst>
        </p:cNvPr>
        <p:cNvGrpSpPr/>
        <p:nvPr/>
      </p:nvGrpSpPr>
      <p:grpSpPr>
        <a:xfrm>
          <a:off x="0" y="0"/>
          <a:ext cx="0" cy="0"/>
          <a:chOff x="0" y="0"/>
          <a:chExt cx="0" cy="0"/>
        </a:xfrm>
      </p:grpSpPr>
      <p:sp>
        <p:nvSpPr>
          <p:cNvPr id="4901" name="Google Shape;4901;gdb0f9523dd_0_68:notes">
            <a:extLst>
              <a:ext uri="{FF2B5EF4-FFF2-40B4-BE49-F238E27FC236}">
                <a16:creationId xmlns:a16="http://schemas.microsoft.com/office/drawing/2014/main" id="{BD506121-7405-D88A-3957-2D0F38FBE4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2" name="Google Shape;4902;gdb0f9523dd_0_68:notes">
            <a:extLst>
              <a:ext uri="{FF2B5EF4-FFF2-40B4-BE49-F238E27FC236}">
                <a16:creationId xmlns:a16="http://schemas.microsoft.com/office/drawing/2014/main" id="{AAE7311A-BF0F-8EE3-33F4-4D34DF742E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88670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3">
          <a:extLst>
            <a:ext uri="{FF2B5EF4-FFF2-40B4-BE49-F238E27FC236}">
              <a16:creationId xmlns:a16="http://schemas.microsoft.com/office/drawing/2014/main" id="{AAB3075A-359F-B6F3-22DB-69521A49033C}"/>
            </a:ext>
          </a:extLst>
        </p:cNvPr>
        <p:cNvGrpSpPr/>
        <p:nvPr/>
      </p:nvGrpSpPr>
      <p:grpSpPr>
        <a:xfrm>
          <a:off x="0" y="0"/>
          <a:ext cx="0" cy="0"/>
          <a:chOff x="0" y="0"/>
          <a:chExt cx="0" cy="0"/>
        </a:xfrm>
      </p:grpSpPr>
      <p:sp>
        <p:nvSpPr>
          <p:cNvPr id="4864" name="Google Shape;4864;gdd0c7d16c6_0_62:notes">
            <a:extLst>
              <a:ext uri="{FF2B5EF4-FFF2-40B4-BE49-F238E27FC236}">
                <a16:creationId xmlns:a16="http://schemas.microsoft.com/office/drawing/2014/main" id="{4A39ECF2-CD6C-DBD2-DC77-B9FFBBE6C1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5" name="Google Shape;4865;gdd0c7d16c6_0_62:notes">
            <a:extLst>
              <a:ext uri="{FF2B5EF4-FFF2-40B4-BE49-F238E27FC236}">
                <a16:creationId xmlns:a16="http://schemas.microsoft.com/office/drawing/2014/main" id="{095C5F66-B08E-FE03-8294-A675A38051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05074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0">
          <a:extLst>
            <a:ext uri="{FF2B5EF4-FFF2-40B4-BE49-F238E27FC236}">
              <a16:creationId xmlns:a16="http://schemas.microsoft.com/office/drawing/2014/main" id="{C9097A12-ABF7-88FD-D3AE-8CF330FB7E1F}"/>
            </a:ext>
          </a:extLst>
        </p:cNvPr>
        <p:cNvGrpSpPr/>
        <p:nvPr/>
      </p:nvGrpSpPr>
      <p:grpSpPr>
        <a:xfrm>
          <a:off x="0" y="0"/>
          <a:ext cx="0" cy="0"/>
          <a:chOff x="0" y="0"/>
          <a:chExt cx="0" cy="0"/>
        </a:xfrm>
      </p:grpSpPr>
      <p:sp>
        <p:nvSpPr>
          <p:cNvPr id="4901" name="Google Shape;4901;gdb0f9523dd_0_68:notes">
            <a:extLst>
              <a:ext uri="{FF2B5EF4-FFF2-40B4-BE49-F238E27FC236}">
                <a16:creationId xmlns:a16="http://schemas.microsoft.com/office/drawing/2014/main" id="{AF5903AE-6224-447B-CE2D-8659B15F90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2" name="Google Shape;4902;gdb0f9523dd_0_68:notes">
            <a:extLst>
              <a:ext uri="{FF2B5EF4-FFF2-40B4-BE49-F238E27FC236}">
                <a16:creationId xmlns:a16="http://schemas.microsoft.com/office/drawing/2014/main" id="{5F293F85-53BF-526E-6D6E-2CE83DFD88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47753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6"/>
        <p:cNvGrpSpPr/>
        <p:nvPr/>
      </p:nvGrpSpPr>
      <p:grpSpPr>
        <a:xfrm>
          <a:off x="0" y="0"/>
          <a:ext cx="0" cy="0"/>
          <a:chOff x="0" y="0"/>
          <a:chExt cx="0" cy="0"/>
        </a:xfrm>
      </p:grpSpPr>
      <p:sp>
        <p:nvSpPr>
          <p:cNvPr id="6197" name="Google Shape;6197;g1fe03b6aa81_0_15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8" name="Google Shape;6198;g1fe03b6aa81_0_15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chemeClr val="accent1"/>
            </a:gs>
            <a:gs pos="100000">
              <a:schemeClr val="lt1"/>
            </a:gs>
          </a:gsLst>
          <a:path path="circle">
            <a:fillToRect l="50000" t="50000" r="50000" b="50000"/>
          </a:path>
          <a:tileRect/>
        </a:gradFill>
        <a:effectLst/>
      </p:bgPr>
    </p:bg>
    <p:spTree>
      <p:nvGrpSpPr>
        <p:cNvPr id="1" name="Shape 8"/>
        <p:cNvGrpSpPr/>
        <p:nvPr/>
      </p:nvGrpSpPr>
      <p:grpSpPr>
        <a:xfrm>
          <a:off x="0" y="0"/>
          <a:ext cx="0" cy="0"/>
          <a:chOff x="0" y="0"/>
          <a:chExt cx="0" cy="0"/>
        </a:xfrm>
      </p:grpSpPr>
      <p:grpSp>
        <p:nvGrpSpPr>
          <p:cNvPr id="9" name="Google Shape;9;p2"/>
          <p:cNvGrpSpPr/>
          <p:nvPr/>
        </p:nvGrpSpPr>
        <p:grpSpPr>
          <a:xfrm>
            <a:off x="2" y="46"/>
            <a:ext cx="9143710" cy="5143425"/>
            <a:chOff x="2" y="-41"/>
            <a:chExt cx="9143710" cy="5143425"/>
          </a:xfrm>
        </p:grpSpPr>
        <p:sp>
          <p:nvSpPr>
            <p:cNvPr id="10" name="Google Shape;10;p2"/>
            <p:cNvSpPr/>
            <p:nvPr/>
          </p:nvSpPr>
          <p:spPr>
            <a:xfrm>
              <a:off x="2" y="-41"/>
              <a:ext cx="608631" cy="574350"/>
            </a:xfrm>
            <a:custGeom>
              <a:avLst/>
              <a:gdLst/>
              <a:ahLst/>
              <a:cxnLst/>
              <a:rect l="l" t="t" r="r" b="b"/>
              <a:pathLst>
                <a:path w="11345" h="10706" extrusionOk="0">
                  <a:moveTo>
                    <a:pt x="5661" y="10705"/>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 name="Google Shape;11;p2"/>
            <p:cNvSpPr/>
            <p:nvPr/>
          </p:nvSpPr>
          <p:spPr>
            <a:xfrm>
              <a:off x="609169" y="-41"/>
              <a:ext cx="609221" cy="574350"/>
            </a:xfrm>
            <a:custGeom>
              <a:avLst/>
              <a:gdLst/>
              <a:ahLst/>
              <a:cxnLst/>
              <a:rect l="l" t="t" r="r" b="b"/>
              <a:pathLst>
                <a:path w="11356" h="10706" extrusionOk="0">
                  <a:moveTo>
                    <a:pt x="5684" y="10705"/>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2" name="Google Shape;12;p2"/>
            <p:cNvSpPr/>
            <p:nvPr/>
          </p:nvSpPr>
          <p:spPr>
            <a:xfrm>
              <a:off x="1218980" y="-41"/>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 name="Google Shape;13;p2"/>
            <p:cNvSpPr/>
            <p:nvPr/>
          </p:nvSpPr>
          <p:spPr>
            <a:xfrm>
              <a:off x="1828738" y="-41"/>
              <a:ext cx="608631" cy="574350"/>
            </a:xfrm>
            <a:custGeom>
              <a:avLst/>
              <a:gdLst/>
              <a:ahLst/>
              <a:cxnLst/>
              <a:rect l="l" t="t" r="r" b="b"/>
              <a:pathLst>
                <a:path w="11345" h="10706" extrusionOk="0">
                  <a:moveTo>
                    <a:pt x="5684" y="10705"/>
                  </a:moveTo>
                  <a:lnTo>
                    <a:pt x="1" y="5341"/>
                  </a:lnTo>
                  <a:lnTo>
                    <a:pt x="5684"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 name="Google Shape;14;p2"/>
            <p:cNvSpPr/>
            <p:nvPr/>
          </p:nvSpPr>
          <p:spPr>
            <a:xfrm>
              <a:off x="2439139" y="-41"/>
              <a:ext cx="608631" cy="574350"/>
            </a:xfrm>
            <a:custGeom>
              <a:avLst/>
              <a:gdLst/>
              <a:ahLst/>
              <a:cxnLst/>
              <a:rect l="l" t="t" r="r" b="b"/>
              <a:pathLst>
                <a:path w="11345" h="10706" extrusionOk="0">
                  <a:moveTo>
                    <a:pt x="5672" y="10705"/>
                  </a:moveTo>
                  <a:lnTo>
                    <a:pt x="1"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 name="Google Shape;15;p2"/>
            <p:cNvSpPr/>
            <p:nvPr/>
          </p:nvSpPr>
          <p:spPr>
            <a:xfrm>
              <a:off x="3048950" y="-41"/>
              <a:ext cx="608577" cy="574350"/>
            </a:xfrm>
            <a:custGeom>
              <a:avLst/>
              <a:gdLst/>
              <a:ahLst/>
              <a:cxnLst/>
              <a:rect l="l" t="t" r="r" b="b"/>
              <a:pathLst>
                <a:path w="11344" h="10706" extrusionOk="0">
                  <a:moveTo>
                    <a:pt x="5661" y="10705"/>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6" name="Google Shape;16;p2"/>
            <p:cNvSpPr/>
            <p:nvPr/>
          </p:nvSpPr>
          <p:spPr>
            <a:xfrm>
              <a:off x="3658117" y="-41"/>
              <a:ext cx="609221" cy="574350"/>
            </a:xfrm>
            <a:custGeom>
              <a:avLst/>
              <a:gdLst/>
              <a:ahLst/>
              <a:cxnLst/>
              <a:rect l="l" t="t" r="r" b="b"/>
              <a:pathLst>
                <a:path w="11356" h="10706" extrusionOk="0">
                  <a:moveTo>
                    <a:pt x="5684" y="10705"/>
                  </a:moveTo>
                  <a:lnTo>
                    <a:pt x="0" y="5341"/>
                  </a:lnTo>
                  <a:lnTo>
                    <a:pt x="5684"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 name="Google Shape;17;p2"/>
            <p:cNvSpPr/>
            <p:nvPr/>
          </p:nvSpPr>
          <p:spPr>
            <a:xfrm>
              <a:off x="4267875" y="-41"/>
              <a:ext cx="609221" cy="574350"/>
            </a:xfrm>
            <a:custGeom>
              <a:avLst/>
              <a:gdLst/>
              <a:ahLst/>
              <a:cxnLst/>
              <a:rect l="l" t="t" r="r" b="b"/>
              <a:pathLst>
                <a:path w="11356" h="10706" extrusionOk="0">
                  <a:moveTo>
                    <a:pt x="5684" y="10705"/>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 name="Google Shape;18;p2"/>
            <p:cNvSpPr/>
            <p:nvPr/>
          </p:nvSpPr>
          <p:spPr>
            <a:xfrm>
              <a:off x="4878276" y="-41"/>
              <a:ext cx="609221" cy="574350"/>
            </a:xfrm>
            <a:custGeom>
              <a:avLst/>
              <a:gdLst/>
              <a:ahLst/>
              <a:cxnLst/>
              <a:rect l="l" t="t" r="r" b="b"/>
              <a:pathLst>
                <a:path w="11356" h="10706" extrusionOk="0">
                  <a:moveTo>
                    <a:pt x="5673" y="10705"/>
                  </a:moveTo>
                  <a:lnTo>
                    <a:pt x="1" y="5341"/>
                  </a:lnTo>
                  <a:lnTo>
                    <a:pt x="5673"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 name="Google Shape;19;p2"/>
            <p:cNvSpPr/>
            <p:nvPr/>
          </p:nvSpPr>
          <p:spPr>
            <a:xfrm>
              <a:off x="5488087" y="-41"/>
              <a:ext cx="608631" cy="574350"/>
            </a:xfrm>
            <a:custGeom>
              <a:avLst/>
              <a:gdLst/>
              <a:ahLst/>
              <a:cxnLst/>
              <a:rect l="l" t="t" r="r" b="b"/>
              <a:pathLst>
                <a:path w="11345" h="10706" extrusionOk="0">
                  <a:moveTo>
                    <a:pt x="5672" y="10705"/>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 name="Google Shape;20;p2"/>
            <p:cNvSpPr/>
            <p:nvPr/>
          </p:nvSpPr>
          <p:spPr>
            <a:xfrm>
              <a:off x="6097845" y="-41"/>
              <a:ext cx="608631" cy="574350"/>
            </a:xfrm>
            <a:custGeom>
              <a:avLst/>
              <a:gdLst/>
              <a:ahLst/>
              <a:cxnLst/>
              <a:rect l="l" t="t" r="r" b="b"/>
              <a:pathLst>
                <a:path w="11345" h="10706" extrusionOk="0">
                  <a:moveTo>
                    <a:pt x="5661" y="10705"/>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1" name="Google Shape;21;p2"/>
            <p:cNvSpPr/>
            <p:nvPr/>
          </p:nvSpPr>
          <p:spPr>
            <a:xfrm>
              <a:off x="6707066" y="-41"/>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2" name="Google Shape;22;p2"/>
            <p:cNvSpPr/>
            <p:nvPr/>
          </p:nvSpPr>
          <p:spPr>
            <a:xfrm>
              <a:off x="2" y="571144"/>
              <a:ext cx="608631" cy="574350"/>
            </a:xfrm>
            <a:custGeom>
              <a:avLst/>
              <a:gdLst/>
              <a:ahLst/>
              <a:cxnLst/>
              <a:rect l="l" t="t" r="r" b="b"/>
              <a:pathLst>
                <a:path w="11345" h="10706" extrusionOk="0">
                  <a:moveTo>
                    <a:pt x="5661" y="10706"/>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3" name="Google Shape;23;p2"/>
            <p:cNvSpPr/>
            <p:nvPr/>
          </p:nvSpPr>
          <p:spPr>
            <a:xfrm>
              <a:off x="609169" y="571144"/>
              <a:ext cx="609221" cy="574350"/>
            </a:xfrm>
            <a:custGeom>
              <a:avLst/>
              <a:gdLst/>
              <a:ahLst/>
              <a:cxnLst/>
              <a:rect l="l" t="t" r="r" b="b"/>
              <a:pathLst>
                <a:path w="11356" h="10706" extrusionOk="0">
                  <a:moveTo>
                    <a:pt x="5684" y="10706"/>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 name="Google Shape;24;p2"/>
            <p:cNvSpPr/>
            <p:nvPr/>
          </p:nvSpPr>
          <p:spPr>
            <a:xfrm>
              <a:off x="1218980" y="571144"/>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 name="Google Shape;25;p2"/>
            <p:cNvSpPr/>
            <p:nvPr/>
          </p:nvSpPr>
          <p:spPr>
            <a:xfrm>
              <a:off x="1828738" y="571144"/>
              <a:ext cx="608631" cy="574350"/>
            </a:xfrm>
            <a:custGeom>
              <a:avLst/>
              <a:gdLst/>
              <a:ahLst/>
              <a:cxnLst/>
              <a:rect l="l" t="t" r="r" b="b"/>
              <a:pathLst>
                <a:path w="11345" h="10706" extrusionOk="0">
                  <a:moveTo>
                    <a:pt x="5684" y="10706"/>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 name="Google Shape;26;p2"/>
            <p:cNvSpPr/>
            <p:nvPr/>
          </p:nvSpPr>
          <p:spPr>
            <a:xfrm>
              <a:off x="2439139" y="571144"/>
              <a:ext cx="608631" cy="574350"/>
            </a:xfrm>
            <a:custGeom>
              <a:avLst/>
              <a:gdLst/>
              <a:ahLst/>
              <a:cxnLst/>
              <a:rect l="l" t="t" r="r" b="b"/>
              <a:pathLst>
                <a:path w="11345" h="10706" extrusionOk="0">
                  <a:moveTo>
                    <a:pt x="5672" y="10706"/>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 name="Google Shape;27;p2"/>
            <p:cNvSpPr/>
            <p:nvPr/>
          </p:nvSpPr>
          <p:spPr>
            <a:xfrm>
              <a:off x="3048950" y="571144"/>
              <a:ext cx="608577" cy="574350"/>
            </a:xfrm>
            <a:custGeom>
              <a:avLst/>
              <a:gdLst/>
              <a:ahLst/>
              <a:cxnLst/>
              <a:rect l="l" t="t" r="r" b="b"/>
              <a:pathLst>
                <a:path w="11344" h="10706" extrusionOk="0">
                  <a:moveTo>
                    <a:pt x="5661" y="10706"/>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8" name="Google Shape;28;p2"/>
            <p:cNvSpPr/>
            <p:nvPr/>
          </p:nvSpPr>
          <p:spPr>
            <a:xfrm>
              <a:off x="3658117" y="571144"/>
              <a:ext cx="609221" cy="574350"/>
            </a:xfrm>
            <a:custGeom>
              <a:avLst/>
              <a:gdLst/>
              <a:ahLst/>
              <a:cxnLst/>
              <a:rect l="l" t="t" r="r" b="b"/>
              <a:pathLst>
                <a:path w="11356" h="10706" extrusionOk="0">
                  <a:moveTo>
                    <a:pt x="5684" y="10706"/>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9" name="Google Shape;29;p2"/>
            <p:cNvSpPr/>
            <p:nvPr/>
          </p:nvSpPr>
          <p:spPr>
            <a:xfrm>
              <a:off x="4267875" y="571144"/>
              <a:ext cx="609221" cy="574350"/>
            </a:xfrm>
            <a:custGeom>
              <a:avLst/>
              <a:gdLst/>
              <a:ahLst/>
              <a:cxnLst/>
              <a:rect l="l" t="t" r="r" b="b"/>
              <a:pathLst>
                <a:path w="11356" h="10706" extrusionOk="0">
                  <a:moveTo>
                    <a:pt x="5684" y="10706"/>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0" name="Google Shape;30;p2"/>
            <p:cNvSpPr/>
            <p:nvPr/>
          </p:nvSpPr>
          <p:spPr>
            <a:xfrm>
              <a:off x="4878276" y="571144"/>
              <a:ext cx="609221" cy="574350"/>
            </a:xfrm>
            <a:custGeom>
              <a:avLst/>
              <a:gdLst/>
              <a:ahLst/>
              <a:cxnLst/>
              <a:rect l="l" t="t" r="r" b="b"/>
              <a:pathLst>
                <a:path w="11356" h="10706" extrusionOk="0">
                  <a:moveTo>
                    <a:pt x="5673" y="10706"/>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1" name="Google Shape;31;p2"/>
            <p:cNvSpPr/>
            <p:nvPr/>
          </p:nvSpPr>
          <p:spPr>
            <a:xfrm>
              <a:off x="5488087" y="571144"/>
              <a:ext cx="608631" cy="574350"/>
            </a:xfrm>
            <a:custGeom>
              <a:avLst/>
              <a:gdLst/>
              <a:ahLst/>
              <a:cxnLst/>
              <a:rect l="l" t="t" r="r" b="b"/>
              <a:pathLst>
                <a:path w="11345" h="10706" extrusionOk="0">
                  <a:moveTo>
                    <a:pt x="5672" y="10706"/>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2" name="Google Shape;32;p2"/>
            <p:cNvSpPr/>
            <p:nvPr/>
          </p:nvSpPr>
          <p:spPr>
            <a:xfrm>
              <a:off x="6097845" y="571144"/>
              <a:ext cx="608631" cy="574350"/>
            </a:xfrm>
            <a:custGeom>
              <a:avLst/>
              <a:gdLst/>
              <a:ahLst/>
              <a:cxnLst/>
              <a:rect l="l" t="t" r="r" b="b"/>
              <a:pathLst>
                <a:path w="11345" h="10706" extrusionOk="0">
                  <a:moveTo>
                    <a:pt x="5661" y="10706"/>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3" name="Google Shape;33;p2"/>
            <p:cNvSpPr/>
            <p:nvPr/>
          </p:nvSpPr>
          <p:spPr>
            <a:xfrm>
              <a:off x="6707066" y="571144"/>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4" name="Google Shape;34;p2"/>
            <p:cNvSpPr/>
            <p:nvPr/>
          </p:nvSpPr>
          <p:spPr>
            <a:xfrm>
              <a:off x="2" y="1142382"/>
              <a:ext cx="608631" cy="573706"/>
            </a:xfrm>
            <a:custGeom>
              <a:avLst/>
              <a:gdLst/>
              <a:ahLst/>
              <a:cxnLst/>
              <a:rect l="l" t="t" r="r" b="b"/>
              <a:pathLst>
                <a:path w="11345" h="10694" extrusionOk="0">
                  <a:moveTo>
                    <a:pt x="5661" y="10694"/>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5" name="Google Shape;35;p2"/>
            <p:cNvSpPr/>
            <p:nvPr/>
          </p:nvSpPr>
          <p:spPr>
            <a:xfrm>
              <a:off x="609169" y="1142382"/>
              <a:ext cx="609221" cy="573706"/>
            </a:xfrm>
            <a:custGeom>
              <a:avLst/>
              <a:gdLst/>
              <a:ahLst/>
              <a:cxnLst/>
              <a:rect l="l" t="t" r="r" b="b"/>
              <a:pathLst>
                <a:path w="11356" h="10694" extrusionOk="0">
                  <a:moveTo>
                    <a:pt x="5684" y="10694"/>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6" name="Google Shape;36;p2"/>
            <p:cNvSpPr/>
            <p:nvPr/>
          </p:nvSpPr>
          <p:spPr>
            <a:xfrm>
              <a:off x="1218980" y="1142382"/>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7" name="Google Shape;37;p2"/>
            <p:cNvSpPr/>
            <p:nvPr/>
          </p:nvSpPr>
          <p:spPr>
            <a:xfrm>
              <a:off x="1828738" y="1142382"/>
              <a:ext cx="608631" cy="573706"/>
            </a:xfrm>
            <a:custGeom>
              <a:avLst/>
              <a:gdLst/>
              <a:ahLst/>
              <a:cxnLst/>
              <a:rect l="l" t="t" r="r" b="b"/>
              <a:pathLst>
                <a:path w="11345" h="10694" extrusionOk="0">
                  <a:moveTo>
                    <a:pt x="5684" y="10694"/>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8" name="Google Shape;38;p2"/>
            <p:cNvSpPr/>
            <p:nvPr/>
          </p:nvSpPr>
          <p:spPr>
            <a:xfrm>
              <a:off x="2439139" y="1142382"/>
              <a:ext cx="608631" cy="573706"/>
            </a:xfrm>
            <a:custGeom>
              <a:avLst/>
              <a:gdLst/>
              <a:ahLst/>
              <a:cxnLst/>
              <a:rect l="l" t="t" r="r" b="b"/>
              <a:pathLst>
                <a:path w="11345" h="10694" extrusionOk="0">
                  <a:moveTo>
                    <a:pt x="5672" y="10694"/>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9" name="Google Shape;39;p2"/>
            <p:cNvSpPr/>
            <p:nvPr/>
          </p:nvSpPr>
          <p:spPr>
            <a:xfrm>
              <a:off x="3048950" y="1142382"/>
              <a:ext cx="608577" cy="573706"/>
            </a:xfrm>
            <a:custGeom>
              <a:avLst/>
              <a:gdLst/>
              <a:ahLst/>
              <a:cxnLst/>
              <a:rect l="l" t="t" r="r" b="b"/>
              <a:pathLst>
                <a:path w="11344" h="10694" extrusionOk="0">
                  <a:moveTo>
                    <a:pt x="5661" y="10694"/>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0" name="Google Shape;40;p2"/>
            <p:cNvSpPr/>
            <p:nvPr/>
          </p:nvSpPr>
          <p:spPr>
            <a:xfrm>
              <a:off x="3658117" y="1142382"/>
              <a:ext cx="609221" cy="573706"/>
            </a:xfrm>
            <a:custGeom>
              <a:avLst/>
              <a:gdLst/>
              <a:ahLst/>
              <a:cxnLst/>
              <a:rect l="l" t="t" r="r" b="b"/>
              <a:pathLst>
                <a:path w="11356" h="10694" extrusionOk="0">
                  <a:moveTo>
                    <a:pt x="5684" y="10694"/>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1" name="Google Shape;41;p2"/>
            <p:cNvSpPr/>
            <p:nvPr/>
          </p:nvSpPr>
          <p:spPr>
            <a:xfrm>
              <a:off x="4267875" y="1142382"/>
              <a:ext cx="609221" cy="573706"/>
            </a:xfrm>
            <a:custGeom>
              <a:avLst/>
              <a:gdLst/>
              <a:ahLst/>
              <a:cxnLst/>
              <a:rect l="l" t="t" r="r" b="b"/>
              <a:pathLst>
                <a:path w="11356" h="10694" extrusionOk="0">
                  <a:moveTo>
                    <a:pt x="5684" y="10694"/>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2" name="Google Shape;42;p2"/>
            <p:cNvSpPr/>
            <p:nvPr/>
          </p:nvSpPr>
          <p:spPr>
            <a:xfrm>
              <a:off x="4878276" y="1142382"/>
              <a:ext cx="609221" cy="573706"/>
            </a:xfrm>
            <a:custGeom>
              <a:avLst/>
              <a:gdLst/>
              <a:ahLst/>
              <a:cxnLst/>
              <a:rect l="l" t="t" r="r" b="b"/>
              <a:pathLst>
                <a:path w="11356" h="10694" extrusionOk="0">
                  <a:moveTo>
                    <a:pt x="5673" y="10694"/>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 name="Google Shape;43;p2"/>
            <p:cNvSpPr/>
            <p:nvPr/>
          </p:nvSpPr>
          <p:spPr>
            <a:xfrm>
              <a:off x="5488087" y="1142382"/>
              <a:ext cx="608631" cy="573706"/>
            </a:xfrm>
            <a:custGeom>
              <a:avLst/>
              <a:gdLst/>
              <a:ahLst/>
              <a:cxnLst/>
              <a:rect l="l" t="t" r="r" b="b"/>
              <a:pathLst>
                <a:path w="11345" h="10694" extrusionOk="0">
                  <a:moveTo>
                    <a:pt x="5672" y="10694"/>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 name="Google Shape;44;p2"/>
            <p:cNvSpPr/>
            <p:nvPr/>
          </p:nvSpPr>
          <p:spPr>
            <a:xfrm>
              <a:off x="6097845" y="1142382"/>
              <a:ext cx="608631" cy="573706"/>
            </a:xfrm>
            <a:custGeom>
              <a:avLst/>
              <a:gdLst/>
              <a:ahLst/>
              <a:cxnLst/>
              <a:rect l="l" t="t" r="r" b="b"/>
              <a:pathLst>
                <a:path w="11345" h="10694" extrusionOk="0">
                  <a:moveTo>
                    <a:pt x="5661" y="10694"/>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 name="Google Shape;45;p2"/>
            <p:cNvSpPr/>
            <p:nvPr/>
          </p:nvSpPr>
          <p:spPr>
            <a:xfrm>
              <a:off x="6707066" y="1142382"/>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 name="Google Shape;46;p2"/>
            <p:cNvSpPr/>
            <p:nvPr/>
          </p:nvSpPr>
          <p:spPr>
            <a:xfrm>
              <a:off x="2" y="1712977"/>
              <a:ext cx="608631" cy="574350"/>
            </a:xfrm>
            <a:custGeom>
              <a:avLst/>
              <a:gdLst/>
              <a:ahLst/>
              <a:cxnLst/>
              <a:rect l="l" t="t" r="r" b="b"/>
              <a:pathLst>
                <a:path w="11345" h="10706" extrusionOk="0">
                  <a:moveTo>
                    <a:pt x="5661" y="10705"/>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 name="Google Shape;47;p2"/>
            <p:cNvSpPr/>
            <p:nvPr/>
          </p:nvSpPr>
          <p:spPr>
            <a:xfrm>
              <a:off x="609169" y="1712977"/>
              <a:ext cx="609221" cy="574350"/>
            </a:xfrm>
            <a:custGeom>
              <a:avLst/>
              <a:gdLst/>
              <a:ahLst/>
              <a:cxnLst/>
              <a:rect l="l" t="t" r="r" b="b"/>
              <a:pathLst>
                <a:path w="11356" h="10706" extrusionOk="0">
                  <a:moveTo>
                    <a:pt x="5684" y="10705"/>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8" name="Google Shape;48;p2"/>
            <p:cNvSpPr/>
            <p:nvPr/>
          </p:nvSpPr>
          <p:spPr>
            <a:xfrm>
              <a:off x="1218980" y="1712977"/>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9" name="Google Shape;49;p2"/>
            <p:cNvSpPr/>
            <p:nvPr/>
          </p:nvSpPr>
          <p:spPr>
            <a:xfrm>
              <a:off x="1828738" y="1712977"/>
              <a:ext cx="608631" cy="574350"/>
            </a:xfrm>
            <a:custGeom>
              <a:avLst/>
              <a:gdLst/>
              <a:ahLst/>
              <a:cxnLst/>
              <a:rect l="l" t="t" r="r" b="b"/>
              <a:pathLst>
                <a:path w="11345" h="10706" extrusionOk="0">
                  <a:moveTo>
                    <a:pt x="5684" y="10705"/>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0" name="Google Shape;50;p2"/>
            <p:cNvSpPr/>
            <p:nvPr/>
          </p:nvSpPr>
          <p:spPr>
            <a:xfrm>
              <a:off x="2439139" y="1712977"/>
              <a:ext cx="608631" cy="574350"/>
            </a:xfrm>
            <a:custGeom>
              <a:avLst/>
              <a:gdLst/>
              <a:ahLst/>
              <a:cxnLst/>
              <a:rect l="l" t="t" r="r" b="b"/>
              <a:pathLst>
                <a:path w="11345" h="10706" extrusionOk="0">
                  <a:moveTo>
                    <a:pt x="5672" y="10705"/>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1" name="Google Shape;51;p2"/>
            <p:cNvSpPr/>
            <p:nvPr/>
          </p:nvSpPr>
          <p:spPr>
            <a:xfrm>
              <a:off x="3048950" y="1712977"/>
              <a:ext cx="608577" cy="574350"/>
            </a:xfrm>
            <a:custGeom>
              <a:avLst/>
              <a:gdLst/>
              <a:ahLst/>
              <a:cxnLst/>
              <a:rect l="l" t="t" r="r" b="b"/>
              <a:pathLst>
                <a:path w="11344" h="10706" extrusionOk="0">
                  <a:moveTo>
                    <a:pt x="5661" y="10705"/>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2" name="Google Shape;52;p2"/>
            <p:cNvSpPr/>
            <p:nvPr/>
          </p:nvSpPr>
          <p:spPr>
            <a:xfrm>
              <a:off x="3658117" y="1712977"/>
              <a:ext cx="609221" cy="574350"/>
            </a:xfrm>
            <a:custGeom>
              <a:avLst/>
              <a:gdLst/>
              <a:ahLst/>
              <a:cxnLst/>
              <a:rect l="l" t="t" r="r" b="b"/>
              <a:pathLst>
                <a:path w="11356" h="10706" extrusionOk="0">
                  <a:moveTo>
                    <a:pt x="5684" y="10705"/>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3" name="Google Shape;53;p2"/>
            <p:cNvSpPr/>
            <p:nvPr/>
          </p:nvSpPr>
          <p:spPr>
            <a:xfrm>
              <a:off x="4267875" y="1712977"/>
              <a:ext cx="609221" cy="574350"/>
            </a:xfrm>
            <a:custGeom>
              <a:avLst/>
              <a:gdLst/>
              <a:ahLst/>
              <a:cxnLst/>
              <a:rect l="l" t="t" r="r" b="b"/>
              <a:pathLst>
                <a:path w="11356" h="10706" extrusionOk="0">
                  <a:moveTo>
                    <a:pt x="5684" y="10705"/>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4" name="Google Shape;54;p2"/>
            <p:cNvSpPr/>
            <p:nvPr/>
          </p:nvSpPr>
          <p:spPr>
            <a:xfrm>
              <a:off x="4878276" y="1712977"/>
              <a:ext cx="609221" cy="574350"/>
            </a:xfrm>
            <a:custGeom>
              <a:avLst/>
              <a:gdLst/>
              <a:ahLst/>
              <a:cxnLst/>
              <a:rect l="l" t="t" r="r" b="b"/>
              <a:pathLst>
                <a:path w="11356" h="10706" extrusionOk="0">
                  <a:moveTo>
                    <a:pt x="5673" y="10705"/>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5" name="Google Shape;55;p2"/>
            <p:cNvSpPr/>
            <p:nvPr/>
          </p:nvSpPr>
          <p:spPr>
            <a:xfrm>
              <a:off x="5488087" y="1712977"/>
              <a:ext cx="608631" cy="574350"/>
            </a:xfrm>
            <a:custGeom>
              <a:avLst/>
              <a:gdLst/>
              <a:ahLst/>
              <a:cxnLst/>
              <a:rect l="l" t="t" r="r" b="b"/>
              <a:pathLst>
                <a:path w="11345" h="10706" extrusionOk="0">
                  <a:moveTo>
                    <a:pt x="5672" y="10705"/>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6" name="Google Shape;56;p2"/>
            <p:cNvSpPr/>
            <p:nvPr/>
          </p:nvSpPr>
          <p:spPr>
            <a:xfrm>
              <a:off x="6097845" y="1712977"/>
              <a:ext cx="608631" cy="574350"/>
            </a:xfrm>
            <a:custGeom>
              <a:avLst/>
              <a:gdLst/>
              <a:ahLst/>
              <a:cxnLst/>
              <a:rect l="l" t="t" r="r" b="b"/>
              <a:pathLst>
                <a:path w="11345" h="10706" extrusionOk="0">
                  <a:moveTo>
                    <a:pt x="5661" y="10705"/>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7" name="Google Shape;57;p2"/>
            <p:cNvSpPr/>
            <p:nvPr/>
          </p:nvSpPr>
          <p:spPr>
            <a:xfrm>
              <a:off x="6707066" y="1712977"/>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8" name="Google Shape;58;p2"/>
            <p:cNvSpPr/>
            <p:nvPr/>
          </p:nvSpPr>
          <p:spPr>
            <a:xfrm>
              <a:off x="2" y="2284216"/>
              <a:ext cx="608631" cy="574940"/>
            </a:xfrm>
            <a:custGeom>
              <a:avLst/>
              <a:gdLst/>
              <a:ahLst/>
              <a:cxnLst/>
              <a:rect l="l" t="t" r="r" b="b"/>
              <a:pathLst>
                <a:path w="11345" h="10717" extrusionOk="0">
                  <a:moveTo>
                    <a:pt x="5661" y="10716"/>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9" name="Google Shape;59;p2"/>
            <p:cNvSpPr/>
            <p:nvPr/>
          </p:nvSpPr>
          <p:spPr>
            <a:xfrm>
              <a:off x="609169" y="2284216"/>
              <a:ext cx="609221" cy="574940"/>
            </a:xfrm>
            <a:custGeom>
              <a:avLst/>
              <a:gdLst/>
              <a:ahLst/>
              <a:cxnLst/>
              <a:rect l="l" t="t" r="r" b="b"/>
              <a:pathLst>
                <a:path w="11356" h="10717" extrusionOk="0">
                  <a:moveTo>
                    <a:pt x="5684" y="10716"/>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0" name="Google Shape;60;p2"/>
            <p:cNvSpPr/>
            <p:nvPr/>
          </p:nvSpPr>
          <p:spPr>
            <a:xfrm>
              <a:off x="1218980" y="2284216"/>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1" name="Google Shape;61;p2"/>
            <p:cNvSpPr/>
            <p:nvPr/>
          </p:nvSpPr>
          <p:spPr>
            <a:xfrm>
              <a:off x="1828738" y="2284216"/>
              <a:ext cx="608631" cy="574940"/>
            </a:xfrm>
            <a:custGeom>
              <a:avLst/>
              <a:gdLst/>
              <a:ahLst/>
              <a:cxnLst/>
              <a:rect l="l" t="t" r="r" b="b"/>
              <a:pathLst>
                <a:path w="11345" h="10717" extrusionOk="0">
                  <a:moveTo>
                    <a:pt x="5684" y="10716"/>
                  </a:moveTo>
                  <a:lnTo>
                    <a:pt x="1" y="5352"/>
                  </a:lnTo>
                  <a:lnTo>
                    <a:pt x="5684"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2" name="Google Shape;62;p2"/>
            <p:cNvSpPr/>
            <p:nvPr/>
          </p:nvSpPr>
          <p:spPr>
            <a:xfrm>
              <a:off x="2439139" y="2284216"/>
              <a:ext cx="608631" cy="574940"/>
            </a:xfrm>
            <a:custGeom>
              <a:avLst/>
              <a:gdLst/>
              <a:ahLst/>
              <a:cxnLst/>
              <a:rect l="l" t="t" r="r" b="b"/>
              <a:pathLst>
                <a:path w="11345" h="10717" extrusionOk="0">
                  <a:moveTo>
                    <a:pt x="5672" y="10716"/>
                  </a:moveTo>
                  <a:lnTo>
                    <a:pt x="1"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3" name="Google Shape;63;p2"/>
            <p:cNvSpPr/>
            <p:nvPr/>
          </p:nvSpPr>
          <p:spPr>
            <a:xfrm>
              <a:off x="3048950" y="2284216"/>
              <a:ext cx="608577" cy="574940"/>
            </a:xfrm>
            <a:custGeom>
              <a:avLst/>
              <a:gdLst/>
              <a:ahLst/>
              <a:cxnLst/>
              <a:rect l="l" t="t" r="r" b="b"/>
              <a:pathLst>
                <a:path w="11344" h="10717" extrusionOk="0">
                  <a:moveTo>
                    <a:pt x="5661" y="10716"/>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4" name="Google Shape;64;p2"/>
            <p:cNvSpPr/>
            <p:nvPr/>
          </p:nvSpPr>
          <p:spPr>
            <a:xfrm>
              <a:off x="3658117" y="2284216"/>
              <a:ext cx="609221" cy="574940"/>
            </a:xfrm>
            <a:custGeom>
              <a:avLst/>
              <a:gdLst/>
              <a:ahLst/>
              <a:cxnLst/>
              <a:rect l="l" t="t" r="r" b="b"/>
              <a:pathLst>
                <a:path w="11356" h="10717" extrusionOk="0">
                  <a:moveTo>
                    <a:pt x="5684" y="10716"/>
                  </a:moveTo>
                  <a:lnTo>
                    <a:pt x="0" y="5352"/>
                  </a:lnTo>
                  <a:lnTo>
                    <a:pt x="5684"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5" name="Google Shape;65;p2"/>
            <p:cNvSpPr/>
            <p:nvPr/>
          </p:nvSpPr>
          <p:spPr>
            <a:xfrm>
              <a:off x="4267875" y="2284216"/>
              <a:ext cx="609221" cy="574940"/>
            </a:xfrm>
            <a:custGeom>
              <a:avLst/>
              <a:gdLst/>
              <a:ahLst/>
              <a:cxnLst/>
              <a:rect l="l" t="t" r="r" b="b"/>
              <a:pathLst>
                <a:path w="11356" h="10717" extrusionOk="0">
                  <a:moveTo>
                    <a:pt x="5684" y="10716"/>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6" name="Google Shape;66;p2"/>
            <p:cNvSpPr/>
            <p:nvPr/>
          </p:nvSpPr>
          <p:spPr>
            <a:xfrm>
              <a:off x="4878276" y="2284216"/>
              <a:ext cx="609221" cy="574940"/>
            </a:xfrm>
            <a:custGeom>
              <a:avLst/>
              <a:gdLst/>
              <a:ahLst/>
              <a:cxnLst/>
              <a:rect l="l" t="t" r="r" b="b"/>
              <a:pathLst>
                <a:path w="11356" h="10717" extrusionOk="0">
                  <a:moveTo>
                    <a:pt x="5673" y="10716"/>
                  </a:moveTo>
                  <a:lnTo>
                    <a:pt x="1" y="5352"/>
                  </a:lnTo>
                  <a:lnTo>
                    <a:pt x="5673"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7" name="Google Shape;67;p2"/>
            <p:cNvSpPr/>
            <p:nvPr/>
          </p:nvSpPr>
          <p:spPr>
            <a:xfrm>
              <a:off x="5488087" y="2284216"/>
              <a:ext cx="608631" cy="574940"/>
            </a:xfrm>
            <a:custGeom>
              <a:avLst/>
              <a:gdLst/>
              <a:ahLst/>
              <a:cxnLst/>
              <a:rect l="l" t="t" r="r" b="b"/>
              <a:pathLst>
                <a:path w="11345" h="10717" extrusionOk="0">
                  <a:moveTo>
                    <a:pt x="5672" y="10716"/>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8" name="Google Shape;68;p2"/>
            <p:cNvSpPr/>
            <p:nvPr/>
          </p:nvSpPr>
          <p:spPr>
            <a:xfrm>
              <a:off x="6097845" y="2284216"/>
              <a:ext cx="608631" cy="574940"/>
            </a:xfrm>
            <a:custGeom>
              <a:avLst/>
              <a:gdLst/>
              <a:ahLst/>
              <a:cxnLst/>
              <a:rect l="l" t="t" r="r" b="b"/>
              <a:pathLst>
                <a:path w="11345" h="10717" extrusionOk="0">
                  <a:moveTo>
                    <a:pt x="5661" y="10716"/>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9" name="Google Shape;69;p2"/>
            <p:cNvSpPr/>
            <p:nvPr/>
          </p:nvSpPr>
          <p:spPr>
            <a:xfrm>
              <a:off x="6707066" y="2284216"/>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0" name="Google Shape;70;p2"/>
            <p:cNvSpPr/>
            <p:nvPr/>
          </p:nvSpPr>
          <p:spPr>
            <a:xfrm>
              <a:off x="2" y="2856045"/>
              <a:ext cx="608631" cy="573706"/>
            </a:xfrm>
            <a:custGeom>
              <a:avLst/>
              <a:gdLst/>
              <a:ahLst/>
              <a:cxnLst/>
              <a:rect l="l" t="t" r="r" b="b"/>
              <a:pathLst>
                <a:path w="11345" h="10694" extrusionOk="0">
                  <a:moveTo>
                    <a:pt x="5661" y="10693"/>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1" name="Google Shape;71;p2"/>
            <p:cNvSpPr/>
            <p:nvPr/>
          </p:nvSpPr>
          <p:spPr>
            <a:xfrm>
              <a:off x="609169" y="2856045"/>
              <a:ext cx="609221" cy="573706"/>
            </a:xfrm>
            <a:custGeom>
              <a:avLst/>
              <a:gdLst/>
              <a:ahLst/>
              <a:cxnLst/>
              <a:rect l="l" t="t" r="r" b="b"/>
              <a:pathLst>
                <a:path w="11356" h="10694" extrusionOk="0">
                  <a:moveTo>
                    <a:pt x="5684" y="10693"/>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2" name="Google Shape;72;p2"/>
            <p:cNvSpPr/>
            <p:nvPr/>
          </p:nvSpPr>
          <p:spPr>
            <a:xfrm>
              <a:off x="1218980" y="2856045"/>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3" name="Google Shape;73;p2"/>
            <p:cNvSpPr/>
            <p:nvPr/>
          </p:nvSpPr>
          <p:spPr>
            <a:xfrm>
              <a:off x="1828738" y="2856045"/>
              <a:ext cx="608631" cy="573706"/>
            </a:xfrm>
            <a:custGeom>
              <a:avLst/>
              <a:gdLst/>
              <a:ahLst/>
              <a:cxnLst/>
              <a:rect l="l" t="t" r="r" b="b"/>
              <a:pathLst>
                <a:path w="11345" h="10694" extrusionOk="0">
                  <a:moveTo>
                    <a:pt x="5684" y="10693"/>
                  </a:moveTo>
                  <a:lnTo>
                    <a:pt x="1" y="5341"/>
                  </a:lnTo>
                  <a:lnTo>
                    <a:pt x="5684"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4" name="Google Shape;74;p2"/>
            <p:cNvSpPr/>
            <p:nvPr/>
          </p:nvSpPr>
          <p:spPr>
            <a:xfrm>
              <a:off x="2439139" y="2856045"/>
              <a:ext cx="608631" cy="573706"/>
            </a:xfrm>
            <a:custGeom>
              <a:avLst/>
              <a:gdLst/>
              <a:ahLst/>
              <a:cxnLst/>
              <a:rect l="l" t="t" r="r" b="b"/>
              <a:pathLst>
                <a:path w="11345" h="10694" extrusionOk="0">
                  <a:moveTo>
                    <a:pt x="5672" y="10693"/>
                  </a:moveTo>
                  <a:lnTo>
                    <a:pt x="1"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5" name="Google Shape;75;p2"/>
            <p:cNvSpPr/>
            <p:nvPr/>
          </p:nvSpPr>
          <p:spPr>
            <a:xfrm>
              <a:off x="3048950" y="2856045"/>
              <a:ext cx="608577" cy="573706"/>
            </a:xfrm>
            <a:custGeom>
              <a:avLst/>
              <a:gdLst/>
              <a:ahLst/>
              <a:cxnLst/>
              <a:rect l="l" t="t" r="r" b="b"/>
              <a:pathLst>
                <a:path w="11344" h="10694" extrusionOk="0">
                  <a:moveTo>
                    <a:pt x="5661" y="10693"/>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6" name="Google Shape;76;p2"/>
            <p:cNvSpPr/>
            <p:nvPr/>
          </p:nvSpPr>
          <p:spPr>
            <a:xfrm>
              <a:off x="3658117" y="2856045"/>
              <a:ext cx="609221" cy="573706"/>
            </a:xfrm>
            <a:custGeom>
              <a:avLst/>
              <a:gdLst/>
              <a:ahLst/>
              <a:cxnLst/>
              <a:rect l="l" t="t" r="r" b="b"/>
              <a:pathLst>
                <a:path w="11356" h="10694" extrusionOk="0">
                  <a:moveTo>
                    <a:pt x="5684" y="10693"/>
                  </a:moveTo>
                  <a:lnTo>
                    <a:pt x="0" y="5341"/>
                  </a:lnTo>
                  <a:lnTo>
                    <a:pt x="5684"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7" name="Google Shape;77;p2"/>
            <p:cNvSpPr/>
            <p:nvPr/>
          </p:nvSpPr>
          <p:spPr>
            <a:xfrm>
              <a:off x="4267875" y="2856045"/>
              <a:ext cx="609221" cy="573706"/>
            </a:xfrm>
            <a:custGeom>
              <a:avLst/>
              <a:gdLst/>
              <a:ahLst/>
              <a:cxnLst/>
              <a:rect l="l" t="t" r="r" b="b"/>
              <a:pathLst>
                <a:path w="11356" h="10694" extrusionOk="0">
                  <a:moveTo>
                    <a:pt x="5684" y="10693"/>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8" name="Google Shape;78;p2"/>
            <p:cNvSpPr/>
            <p:nvPr/>
          </p:nvSpPr>
          <p:spPr>
            <a:xfrm>
              <a:off x="4878276" y="2856045"/>
              <a:ext cx="609221" cy="573706"/>
            </a:xfrm>
            <a:custGeom>
              <a:avLst/>
              <a:gdLst/>
              <a:ahLst/>
              <a:cxnLst/>
              <a:rect l="l" t="t" r="r" b="b"/>
              <a:pathLst>
                <a:path w="11356" h="10694" extrusionOk="0">
                  <a:moveTo>
                    <a:pt x="5673" y="10693"/>
                  </a:moveTo>
                  <a:lnTo>
                    <a:pt x="1" y="5341"/>
                  </a:lnTo>
                  <a:lnTo>
                    <a:pt x="5673"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9" name="Google Shape;79;p2"/>
            <p:cNvSpPr/>
            <p:nvPr/>
          </p:nvSpPr>
          <p:spPr>
            <a:xfrm>
              <a:off x="5488087" y="2856045"/>
              <a:ext cx="608631" cy="573706"/>
            </a:xfrm>
            <a:custGeom>
              <a:avLst/>
              <a:gdLst/>
              <a:ahLst/>
              <a:cxnLst/>
              <a:rect l="l" t="t" r="r" b="b"/>
              <a:pathLst>
                <a:path w="11345" h="10694" extrusionOk="0">
                  <a:moveTo>
                    <a:pt x="5672" y="10693"/>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0" name="Google Shape;80;p2"/>
            <p:cNvSpPr/>
            <p:nvPr/>
          </p:nvSpPr>
          <p:spPr>
            <a:xfrm>
              <a:off x="6097845" y="2856045"/>
              <a:ext cx="608631" cy="573706"/>
            </a:xfrm>
            <a:custGeom>
              <a:avLst/>
              <a:gdLst/>
              <a:ahLst/>
              <a:cxnLst/>
              <a:rect l="l" t="t" r="r" b="b"/>
              <a:pathLst>
                <a:path w="11345" h="10694" extrusionOk="0">
                  <a:moveTo>
                    <a:pt x="5661" y="10693"/>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1" name="Google Shape;81;p2"/>
            <p:cNvSpPr/>
            <p:nvPr/>
          </p:nvSpPr>
          <p:spPr>
            <a:xfrm>
              <a:off x="6707066" y="2856045"/>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2" name="Google Shape;82;p2"/>
            <p:cNvSpPr/>
            <p:nvPr/>
          </p:nvSpPr>
          <p:spPr>
            <a:xfrm>
              <a:off x="2" y="3426639"/>
              <a:ext cx="608631" cy="574296"/>
            </a:xfrm>
            <a:custGeom>
              <a:avLst/>
              <a:gdLst/>
              <a:ahLst/>
              <a:cxnLst/>
              <a:rect l="l" t="t" r="r" b="b"/>
              <a:pathLst>
                <a:path w="11345" h="10705" extrusionOk="0">
                  <a:moveTo>
                    <a:pt x="5661" y="10705"/>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3" name="Google Shape;83;p2"/>
            <p:cNvSpPr/>
            <p:nvPr/>
          </p:nvSpPr>
          <p:spPr>
            <a:xfrm>
              <a:off x="609169" y="3426639"/>
              <a:ext cx="609221" cy="574296"/>
            </a:xfrm>
            <a:custGeom>
              <a:avLst/>
              <a:gdLst/>
              <a:ahLst/>
              <a:cxnLst/>
              <a:rect l="l" t="t" r="r" b="b"/>
              <a:pathLst>
                <a:path w="11356" h="10705" extrusionOk="0">
                  <a:moveTo>
                    <a:pt x="5684" y="10705"/>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4" name="Google Shape;84;p2"/>
            <p:cNvSpPr/>
            <p:nvPr/>
          </p:nvSpPr>
          <p:spPr>
            <a:xfrm>
              <a:off x="1218980" y="3426639"/>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5" name="Google Shape;85;p2"/>
            <p:cNvSpPr/>
            <p:nvPr/>
          </p:nvSpPr>
          <p:spPr>
            <a:xfrm>
              <a:off x="1828738" y="3426639"/>
              <a:ext cx="608631" cy="574296"/>
            </a:xfrm>
            <a:custGeom>
              <a:avLst/>
              <a:gdLst/>
              <a:ahLst/>
              <a:cxnLst/>
              <a:rect l="l" t="t" r="r" b="b"/>
              <a:pathLst>
                <a:path w="11345" h="10705" extrusionOk="0">
                  <a:moveTo>
                    <a:pt x="5684" y="10705"/>
                  </a:moveTo>
                  <a:lnTo>
                    <a:pt x="1" y="5352"/>
                  </a:lnTo>
                  <a:lnTo>
                    <a:pt x="5684"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6" name="Google Shape;86;p2"/>
            <p:cNvSpPr/>
            <p:nvPr/>
          </p:nvSpPr>
          <p:spPr>
            <a:xfrm>
              <a:off x="2439139" y="3426639"/>
              <a:ext cx="608631" cy="574296"/>
            </a:xfrm>
            <a:custGeom>
              <a:avLst/>
              <a:gdLst/>
              <a:ahLst/>
              <a:cxnLst/>
              <a:rect l="l" t="t" r="r" b="b"/>
              <a:pathLst>
                <a:path w="11345" h="10705" extrusionOk="0">
                  <a:moveTo>
                    <a:pt x="5672" y="10705"/>
                  </a:moveTo>
                  <a:lnTo>
                    <a:pt x="1"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7" name="Google Shape;87;p2"/>
            <p:cNvSpPr/>
            <p:nvPr/>
          </p:nvSpPr>
          <p:spPr>
            <a:xfrm>
              <a:off x="3048950" y="3426639"/>
              <a:ext cx="608577" cy="574296"/>
            </a:xfrm>
            <a:custGeom>
              <a:avLst/>
              <a:gdLst/>
              <a:ahLst/>
              <a:cxnLst/>
              <a:rect l="l" t="t" r="r" b="b"/>
              <a:pathLst>
                <a:path w="11344" h="10705" extrusionOk="0">
                  <a:moveTo>
                    <a:pt x="5661" y="10705"/>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8" name="Google Shape;88;p2"/>
            <p:cNvSpPr/>
            <p:nvPr/>
          </p:nvSpPr>
          <p:spPr>
            <a:xfrm>
              <a:off x="3658117" y="3426639"/>
              <a:ext cx="609221" cy="574296"/>
            </a:xfrm>
            <a:custGeom>
              <a:avLst/>
              <a:gdLst/>
              <a:ahLst/>
              <a:cxnLst/>
              <a:rect l="l" t="t" r="r" b="b"/>
              <a:pathLst>
                <a:path w="11356" h="10705" extrusionOk="0">
                  <a:moveTo>
                    <a:pt x="5684" y="10705"/>
                  </a:moveTo>
                  <a:lnTo>
                    <a:pt x="0" y="5352"/>
                  </a:lnTo>
                  <a:lnTo>
                    <a:pt x="5684"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89" name="Google Shape;89;p2"/>
            <p:cNvSpPr/>
            <p:nvPr/>
          </p:nvSpPr>
          <p:spPr>
            <a:xfrm>
              <a:off x="4267875" y="3426639"/>
              <a:ext cx="609221" cy="574296"/>
            </a:xfrm>
            <a:custGeom>
              <a:avLst/>
              <a:gdLst/>
              <a:ahLst/>
              <a:cxnLst/>
              <a:rect l="l" t="t" r="r" b="b"/>
              <a:pathLst>
                <a:path w="11356" h="10705" extrusionOk="0">
                  <a:moveTo>
                    <a:pt x="5684" y="10705"/>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0" name="Google Shape;90;p2"/>
            <p:cNvSpPr/>
            <p:nvPr/>
          </p:nvSpPr>
          <p:spPr>
            <a:xfrm>
              <a:off x="4878276" y="3426639"/>
              <a:ext cx="609221" cy="574296"/>
            </a:xfrm>
            <a:custGeom>
              <a:avLst/>
              <a:gdLst/>
              <a:ahLst/>
              <a:cxnLst/>
              <a:rect l="l" t="t" r="r" b="b"/>
              <a:pathLst>
                <a:path w="11356" h="10705" extrusionOk="0">
                  <a:moveTo>
                    <a:pt x="5673" y="10705"/>
                  </a:moveTo>
                  <a:lnTo>
                    <a:pt x="1" y="5352"/>
                  </a:lnTo>
                  <a:lnTo>
                    <a:pt x="5673"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1" name="Google Shape;91;p2"/>
            <p:cNvSpPr/>
            <p:nvPr/>
          </p:nvSpPr>
          <p:spPr>
            <a:xfrm>
              <a:off x="5488087" y="3426639"/>
              <a:ext cx="608631" cy="574296"/>
            </a:xfrm>
            <a:custGeom>
              <a:avLst/>
              <a:gdLst/>
              <a:ahLst/>
              <a:cxnLst/>
              <a:rect l="l" t="t" r="r" b="b"/>
              <a:pathLst>
                <a:path w="11345" h="10705" extrusionOk="0">
                  <a:moveTo>
                    <a:pt x="5672" y="10705"/>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2" name="Google Shape;92;p2"/>
            <p:cNvSpPr/>
            <p:nvPr/>
          </p:nvSpPr>
          <p:spPr>
            <a:xfrm>
              <a:off x="6097845" y="3426639"/>
              <a:ext cx="608631" cy="574296"/>
            </a:xfrm>
            <a:custGeom>
              <a:avLst/>
              <a:gdLst/>
              <a:ahLst/>
              <a:cxnLst/>
              <a:rect l="l" t="t" r="r" b="b"/>
              <a:pathLst>
                <a:path w="11345" h="10705" extrusionOk="0">
                  <a:moveTo>
                    <a:pt x="5661" y="10705"/>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3" name="Google Shape;93;p2"/>
            <p:cNvSpPr/>
            <p:nvPr/>
          </p:nvSpPr>
          <p:spPr>
            <a:xfrm>
              <a:off x="6707066" y="3426639"/>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4" name="Google Shape;94;p2"/>
            <p:cNvSpPr/>
            <p:nvPr/>
          </p:nvSpPr>
          <p:spPr>
            <a:xfrm>
              <a:off x="2" y="3997824"/>
              <a:ext cx="608631" cy="573706"/>
            </a:xfrm>
            <a:custGeom>
              <a:avLst/>
              <a:gdLst/>
              <a:ahLst/>
              <a:cxnLst/>
              <a:rect l="l" t="t" r="r" b="b"/>
              <a:pathLst>
                <a:path w="11345" h="10694" extrusionOk="0">
                  <a:moveTo>
                    <a:pt x="5661" y="10694"/>
                  </a:moveTo>
                  <a:lnTo>
                    <a:pt x="0" y="5342"/>
                  </a:lnTo>
                  <a:lnTo>
                    <a:pt x="5661"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5" name="Google Shape;95;p2"/>
            <p:cNvSpPr/>
            <p:nvPr/>
          </p:nvSpPr>
          <p:spPr>
            <a:xfrm>
              <a:off x="609169" y="3997824"/>
              <a:ext cx="609221" cy="573706"/>
            </a:xfrm>
            <a:custGeom>
              <a:avLst/>
              <a:gdLst/>
              <a:ahLst/>
              <a:cxnLst/>
              <a:rect l="l" t="t" r="r" b="b"/>
              <a:pathLst>
                <a:path w="11356" h="10694" extrusionOk="0">
                  <a:moveTo>
                    <a:pt x="5684" y="10694"/>
                  </a:moveTo>
                  <a:lnTo>
                    <a:pt x="1" y="5342"/>
                  </a:lnTo>
                  <a:lnTo>
                    <a:pt x="5684"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6" name="Google Shape;96;p2"/>
            <p:cNvSpPr/>
            <p:nvPr/>
          </p:nvSpPr>
          <p:spPr>
            <a:xfrm>
              <a:off x="1218980" y="3997824"/>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7" name="Google Shape;97;p2"/>
            <p:cNvSpPr/>
            <p:nvPr/>
          </p:nvSpPr>
          <p:spPr>
            <a:xfrm>
              <a:off x="1828738" y="3997824"/>
              <a:ext cx="608631" cy="573706"/>
            </a:xfrm>
            <a:custGeom>
              <a:avLst/>
              <a:gdLst/>
              <a:ahLst/>
              <a:cxnLst/>
              <a:rect l="l" t="t" r="r" b="b"/>
              <a:pathLst>
                <a:path w="11345" h="10694" extrusionOk="0">
                  <a:moveTo>
                    <a:pt x="5684" y="10694"/>
                  </a:moveTo>
                  <a:lnTo>
                    <a:pt x="1" y="5342"/>
                  </a:lnTo>
                  <a:lnTo>
                    <a:pt x="5684"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8" name="Google Shape;98;p2"/>
            <p:cNvSpPr/>
            <p:nvPr/>
          </p:nvSpPr>
          <p:spPr>
            <a:xfrm>
              <a:off x="2439139" y="3997824"/>
              <a:ext cx="608631" cy="573706"/>
            </a:xfrm>
            <a:custGeom>
              <a:avLst/>
              <a:gdLst/>
              <a:ahLst/>
              <a:cxnLst/>
              <a:rect l="l" t="t" r="r" b="b"/>
              <a:pathLst>
                <a:path w="11345" h="10694" extrusionOk="0">
                  <a:moveTo>
                    <a:pt x="5672" y="10694"/>
                  </a:moveTo>
                  <a:lnTo>
                    <a:pt x="1"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99" name="Google Shape;99;p2"/>
            <p:cNvSpPr/>
            <p:nvPr/>
          </p:nvSpPr>
          <p:spPr>
            <a:xfrm>
              <a:off x="3048950" y="3997824"/>
              <a:ext cx="608577" cy="573706"/>
            </a:xfrm>
            <a:custGeom>
              <a:avLst/>
              <a:gdLst/>
              <a:ahLst/>
              <a:cxnLst/>
              <a:rect l="l" t="t" r="r" b="b"/>
              <a:pathLst>
                <a:path w="11344" h="10694" extrusionOk="0">
                  <a:moveTo>
                    <a:pt x="5661" y="10694"/>
                  </a:moveTo>
                  <a:lnTo>
                    <a:pt x="0" y="5342"/>
                  </a:lnTo>
                  <a:lnTo>
                    <a:pt x="5661"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0" name="Google Shape;100;p2"/>
            <p:cNvSpPr/>
            <p:nvPr/>
          </p:nvSpPr>
          <p:spPr>
            <a:xfrm>
              <a:off x="3658117" y="3997824"/>
              <a:ext cx="609221" cy="573706"/>
            </a:xfrm>
            <a:custGeom>
              <a:avLst/>
              <a:gdLst/>
              <a:ahLst/>
              <a:cxnLst/>
              <a:rect l="l" t="t" r="r" b="b"/>
              <a:pathLst>
                <a:path w="11356" h="10694" extrusionOk="0">
                  <a:moveTo>
                    <a:pt x="5684" y="10694"/>
                  </a:moveTo>
                  <a:lnTo>
                    <a:pt x="0" y="5342"/>
                  </a:lnTo>
                  <a:lnTo>
                    <a:pt x="5684"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1" name="Google Shape;101;p2"/>
            <p:cNvSpPr/>
            <p:nvPr/>
          </p:nvSpPr>
          <p:spPr>
            <a:xfrm>
              <a:off x="4267875" y="3997824"/>
              <a:ext cx="609221" cy="573706"/>
            </a:xfrm>
            <a:custGeom>
              <a:avLst/>
              <a:gdLst/>
              <a:ahLst/>
              <a:cxnLst/>
              <a:rect l="l" t="t" r="r" b="b"/>
              <a:pathLst>
                <a:path w="11356" h="10694" extrusionOk="0">
                  <a:moveTo>
                    <a:pt x="5684" y="10694"/>
                  </a:moveTo>
                  <a:lnTo>
                    <a:pt x="1" y="5342"/>
                  </a:lnTo>
                  <a:lnTo>
                    <a:pt x="5684"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2" name="Google Shape;102;p2"/>
            <p:cNvSpPr/>
            <p:nvPr/>
          </p:nvSpPr>
          <p:spPr>
            <a:xfrm>
              <a:off x="4878276" y="3997824"/>
              <a:ext cx="609221" cy="573706"/>
            </a:xfrm>
            <a:custGeom>
              <a:avLst/>
              <a:gdLst/>
              <a:ahLst/>
              <a:cxnLst/>
              <a:rect l="l" t="t" r="r" b="b"/>
              <a:pathLst>
                <a:path w="11356" h="10694" extrusionOk="0">
                  <a:moveTo>
                    <a:pt x="5673" y="10694"/>
                  </a:moveTo>
                  <a:lnTo>
                    <a:pt x="1" y="5342"/>
                  </a:lnTo>
                  <a:lnTo>
                    <a:pt x="5673"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3" name="Google Shape;103;p2"/>
            <p:cNvSpPr/>
            <p:nvPr/>
          </p:nvSpPr>
          <p:spPr>
            <a:xfrm>
              <a:off x="5488087" y="3997824"/>
              <a:ext cx="608631" cy="573706"/>
            </a:xfrm>
            <a:custGeom>
              <a:avLst/>
              <a:gdLst/>
              <a:ahLst/>
              <a:cxnLst/>
              <a:rect l="l" t="t" r="r" b="b"/>
              <a:pathLst>
                <a:path w="11345" h="10694" extrusionOk="0">
                  <a:moveTo>
                    <a:pt x="5672" y="10694"/>
                  </a:moveTo>
                  <a:lnTo>
                    <a:pt x="0"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4" name="Google Shape;104;p2"/>
            <p:cNvSpPr/>
            <p:nvPr/>
          </p:nvSpPr>
          <p:spPr>
            <a:xfrm>
              <a:off x="6097845" y="3997824"/>
              <a:ext cx="608631" cy="573706"/>
            </a:xfrm>
            <a:custGeom>
              <a:avLst/>
              <a:gdLst/>
              <a:ahLst/>
              <a:cxnLst/>
              <a:rect l="l" t="t" r="r" b="b"/>
              <a:pathLst>
                <a:path w="11345" h="10694" extrusionOk="0">
                  <a:moveTo>
                    <a:pt x="5661" y="10694"/>
                  </a:moveTo>
                  <a:lnTo>
                    <a:pt x="1" y="5342"/>
                  </a:lnTo>
                  <a:lnTo>
                    <a:pt x="5661" y="1"/>
                  </a:lnTo>
                  <a:lnTo>
                    <a:pt x="1134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5" name="Google Shape;105;p2"/>
            <p:cNvSpPr/>
            <p:nvPr/>
          </p:nvSpPr>
          <p:spPr>
            <a:xfrm>
              <a:off x="6707066" y="3997824"/>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6" name="Google Shape;106;p2"/>
            <p:cNvSpPr/>
            <p:nvPr/>
          </p:nvSpPr>
          <p:spPr>
            <a:xfrm>
              <a:off x="2" y="4568419"/>
              <a:ext cx="608631" cy="574940"/>
            </a:xfrm>
            <a:custGeom>
              <a:avLst/>
              <a:gdLst/>
              <a:ahLst/>
              <a:cxnLst/>
              <a:rect l="l" t="t" r="r" b="b"/>
              <a:pathLst>
                <a:path w="11345" h="10717" extrusionOk="0">
                  <a:moveTo>
                    <a:pt x="5661" y="10717"/>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 name="Google Shape;107;p2"/>
            <p:cNvSpPr/>
            <p:nvPr/>
          </p:nvSpPr>
          <p:spPr>
            <a:xfrm>
              <a:off x="609169" y="4568419"/>
              <a:ext cx="609221" cy="574940"/>
            </a:xfrm>
            <a:custGeom>
              <a:avLst/>
              <a:gdLst/>
              <a:ahLst/>
              <a:cxnLst/>
              <a:rect l="l" t="t" r="r" b="b"/>
              <a:pathLst>
                <a:path w="11356" h="10717" extrusionOk="0">
                  <a:moveTo>
                    <a:pt x="5684" y="10717"/>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 name="Google Shape;108;p2"/>
            <p:cNvSpPr/>
            <p:nvPr/>
          </p:nvSpPr>
          <p:spPr>
            <a:xfrm>
              <a:off x="1218980" y="4568419"/>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 name="Google Shape;109;p2"/>
            <p:cNvSpPr/>
            <p:nvPr/>
          </p:nvSpPr>
          <p:spPr>
            <a:xfrm>
              <a:off x="1828738" y="4568419"/>
              <a:ext cx="608631" cy="574940"/>
            </a:xfrm>
            <a:custGeom>
              <a:avLst/>
              <a:gdLst/>
              <a:ahLst/>
              <a:cxnLst/>
              <a:rect l="l" t="t" r="r" b="b"/>
              <a:pathLst>
                <a:path w="11345" h="10717" extrusionOk="0">
                  <a:moveTo>
                    <a:pt x="5684" y="10717"/>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 name="Google Shape;110;p2"/>
            <p:cNvSpPr/>
            <p:nvPr/>
          </p:nvSpPr>
          <p:spPr>
            <a:xfrm>
              <a:off x="2439139" y="4568419"/>
              <a:ext cx="608631" cy="574940"/>
            </a:xfrm>
            <a:custGeom>
              <a:avLst/>
              <a:gdLst/>
              <a:ahLst/>
              <a:cxnLst/>
              <a:rect l="l" t="t" r="r" b="b"/>
              <a:pathLst>
                <a:path w="11345" h="10717" extrusionOk="0">
                  <a:moveTo>
                    <a:pt x="5672" y="10717"/>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1" name="Google Shape;111;p2"/>
            <p:cNvSpPr/>
            <p:nvPr/>
          </p:nvSpPr>
          <p:spPr>
            <a:xfrm>
              <a:off x="3048950" y="4568419"/>
              <a:ext cx="608577" cy="574940"/>
            </a:xfrm>
            <a:custGeom>
              <a:avLst/>
              <a:gdLst/>
              <a:ahLst/>
              <a:cxnLst/>
              <a:rect l="l" t="t" r="r" b="b"/>
              <a:pathLst>
                <a:path w="11344" h="10717" extrusionOk="0">
                  <a:moveTo>
                    <a:pt x="5661" y="10717"/>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2" name="Google Shape;112;p2"/>
            <p:cNvSpPr/>
            <p:nvPr/>
          </p:nvSpPr>
          <p:spPr>
            <a:xfrm>
              <a:off x="3658117" y="4568419"/>
              <a:ext cx="609221" cy="574940"/>
            </a:xfrm>
            <a:custGeom>
              <a:avLst/>
              <a:gdLst/>
              <a:ahLst/>
              <a:cxnLst/>
              <a:rect l="l" t="t" r="r" b="b"/>
              <a:pathLst>
                <a:path w="11356" h="10717" extrusionOk="0">
                  <a:moveTo>
                    <a:pt x="5684" y="10717"/>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3" name="Google Shape;113;p2"/>
            <p:cNvSpPr/>
            <p:nvPr/>
          </p:nvSpPr>
          <p:spPr>
            <a:xfrm>
              <a:off x="4267875" y="4568419"/>
              <a:ext cx="609221" cy="574940"/>
            </a:xfrm>
            <a:custGeom>
              <a:avLst/>
              <a:gdLst/>
              <a:ahLst/>
              <a:cxnLst/>
              <a:rect l="l" t="t" r="r" b="b"/>
              <a:pathLst>
                <a:path w="11356" h="10717" extrusionOk="0">
                  <a:moveTo>
                    <a:pt x="5684" y="10717"/>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4" name="Google Shape;114;p2"/>
            <p:cNvSpPr/>
            <p:nvPr/>
          </p:nvSpPr>
          <p:spPr>
            <a:xfrm>
              <a:off x="4878276" y="4568419"/>
              <a:ext cx="609221" cy="574940"/>
            </a:xfrm>
            <a:custGeom>
              <a:avLst/>
              <a:gdLst/>
              <a:ahLst/>
              <a:cxnLst/>
              <a:rect l="l" t="t" r="r" b="b"/>
              <a:pathLst>
                <a:path w="11356" h="10717" extrusionOk="0">
                  <a:moveTo>
                    <a:pt x="5673" y="10717"/>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5" name="Google Shape;115;p2"/>
            <p:cNvSpPr/>
            <p:nvPr/>
          </p:nvSpPr>
          <p:spPr>
            <a:xfrm>
              <a:off x="5488087" y="4568419"/>
              <a:ext cx="608631" cy="574940"/>
            </a:xfrm>
            <a:custGeom>
              <a:avLst/>
              <a:gdLst/>
              <a:ahLst/>
              <a:cxnLst/>
              <a:rect l="l" t="t" r="r" b="b"/>
              <a:pathLst>
                <a:path w="11345" h="10717" extrusionOk="0">
                  <a:moveTo>
                    <a:pt x="5672" y="10717"/>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6" name="Google Shape;116;p2"/>
            <p:cNvSpPr/>
            <p:nvPr/>
          </p:nvSpPr>
          <p:spPr>
            <a:xfrm>
              <a:off x="6097845" y="4568419"/>
              <a:ext cx="608631" cy="574940"/>
            </a:xfrm>
            <a:custGeom>
              <a:avLst/>
              <a:gdLst/>
              <a:ahLst/>
              <a:cxnLst/>
              <a:rect l="l" t="t" r="r" b="b"/>
              <a:pathLst>
                <a:path w="11345" h="10717" extrusionOk="0">
                  <a:moveTo>
                    <a:pt x="5661" y="10717"/>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7" name="Google Shape;117;p2"/>
            <p:cNvSpPr/>
            <p:nvPr/>
          </p:nvSpPr>
          <p:spPr>
            <a:xfrm>
              <a:off x="6707066" y="4568419"/>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8" name="Google Shape;118;p2"/>
            <p:cNvSpPr/>
            <p:nvPr/>
          </p:nvSpPr>
          <p:spPr>
            <a:xfrm>
              <a:off x="7315512" y="-16"/>
              <a:ext cx="608631" cy="574350"/>
            </a:xfrm>
            <a:custGeom>
              <a:avLst/>
              <a:gdLst/>
              <a:ahLst/>
              <a:cxnLst/>
              <a:rect l="l" t="t" r="r" b="b"/>
              <a:pathLst>
                <a:path w="11345" h="10706" extrusionOk="0">
                  <a:moveTo>
                    <a:pt x="5672" y="10705"/>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9" name="Google Shape;119;p2"/>
            <p:cNvSpPr/>
            <p:nvPr/>
          </p:nvSpPr>
          <p:spPr>
            <a:xfrm>
              <a:off x="7925270" y="-16"/>
              <a:ext cx="608631" cy="574350"/>
            </a:xfrm>
            <a:custGeom>
              <a:avLst/>
              <a:gdLst/>
              <a:ahLst/>
              <a:cxnLst/>
              <a:rect l="l" t="t" r="r" b="b"/>
              <a:pathLst>
                <a:path w="11345" h="10706" extrusionOk="0">
                  <a:moveTo>
                    <a:pt x="5661" y="10705"/>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20" name="Google Shape;120;p2"/>
            <p:cNvSpPr/>
            <p:nvPr/>
          </p:nvSpPr>
          <p:spPr>
            <a:xfrm>
              <a:off x="8534491" y="-16"/>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21" name="Google Shape;121;p2"/>
            <p:cNvSpPr/>
            <p:nvPr/>
          </p:nvSpPr>
          <p:spPr>
            <a:xfrm>
              <a:off x="7315512" y="571169"/>
              <a:ext cx="608631" cy="574350"/>
            </a:xfrm>
            <a:custGeom>
              <a:avLst/>
              <a:gdLst/>
              <a:ahLst/>
              <a:cxnLst/>
              <a:rect l="l" t="t" r="r" b="b"/>
              <a:pathLst>
                <a:path w="11345" h="10706" extrusionOk="0">
                  <a:moveTo>
                    <a:pt x="5672" y="10706"/>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22" name="Google Shape;122;p2"/>
            <p:cNvSpPr/>
            <p:nvPr/>
          </p:nvSpPr>
          <p:spPr>
            <a:xfrm>
              <a:off x="7925270" y="571169"/>
              <a:ext cx="608631" cy="574350"/>
            </a:xfrm>
            <a:custGeom>
              <a:avLst/>
              <a:gdLst/>
              <a:ahLst/>
              <a:cxnLst/>
              <a:rect l="l" t="t" r="r" b="b"/>
              <a:pathLst>
                <a:path w="11345" h="10706" extrusionOk="0">
                  <a:moveTo>
                    <a:pt x="5661" y="10706"/>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23" name="Google Shape;123;p2"/>
            <p:cNvSpPr/>
            <p:nvPr/>
          </p:nvSpPr>
          <p:spPr>
            <a:xfrm>
              <a:off x="8534491" y="571169"/>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24" name="Google Shape;124;p2"/>
            <p:cNvSpPr/>
            <p:nvPr/>
          </p:nvSpPr>
          <p:spPr>
            <a:xfrm>
              <a:off x="7315512" y="1142407"/>
              <a:ext cx="608631" cy="573706"/>
            </a:xfrm>
            <a:custGeom>
              <a:avLst/>
              <a:gdLst/>
              <a:ahLst/>
              <a:cxnLst/>
              <a:rect l="l" t="t" r="r" b="b"/>
              <a:pathLst>
                <a:path w="11345" h="10694" extrusionOk="0">
                  <a:moveTo>
                    <a:pt x="5672" y="10694"/>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25" name="Google Shape;125;p2"/>
            <p:cNvSpPr/>
            <p:nvPr/>
          </p:nvSpPr>
          <p:spPr>
            <a:xfrm>
              <a:off x="7925270" y="1142407"/>
              <a:ext cx="608631" cy="573706"/>
            </a:xfrm>
            <a:custGeom>
              <a:avLst/>
              <a:gdLst/>
              <a:ahLst/>
              <a:cxnLst/>
              <a:rect l="l" t="t" r="r" b="b"/>
              <a:pathLst>
                <a:path w="11345" h="10694" extrusionOk="0">
                  <a:moveTo>
                    <a:pt x="5661" y="10694"/>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26" name="Google Shape;126;p2"/>
            <p:cNvSpPr/>
            <p:nvPr/>
          </p:nvSpPr>
          <p:spPr>
            <a:xfrm>
              <a:off x="8534491" y="1142407"/>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27" name="Google Shape;127;p2"/>
            <p:cNvSpPr/>
            <p:nvPr/>
          </p:nvSpPr>
          <p:spPr>
            <a:xfrm>
              <a:off x="7315512" y="1713002"/>
              <a:ext cx="608631" cy="574350"/>
            </a:xfrm>
            <a:custGeom>
              <a:avLst/>
              <a:gdLst/>
              <a:ahLst/>
              <a:cxnLst/>
              <a:rect l="l" t="t" r="r" b="b"/>
              <a:pathLst>
                <a:path w="11345" h="10706" extrusionOk="0">
                  <a:moveTo>
                    <a:pt x="5672" y="10705"/>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28" name="Google Shape;128;p2"/>
            <p:cNvSpPr/>
            <p:nvPr/>
          </p:nvSpPr>
          <p:spPr>
            <a:xfrm>
              <a:off x="7925270" y="1713002"/>
              <a:ext cx="608631" cy="574350"/>
            </a:xfrm>
            <a:custGeom>
              <a:avLst/>
              <a:gdLst/>
              <a:ahLst/>
              <a:cxnLst/>
              <a:rect l="l" t="t" r="r" b="b"/>
              <a:pathLst>
                <a:path w="11345" h="10706" extrusionOk="0">
                  <a:moveTo>
                    <a:pt x="5661" y="10705"/>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29" name="Google Shape;129;p2"/>
            <p:cNvSpPr/>
            <p:nvPr/>
          </p:nvSpPr>
          <p:spPr>
            <a:xfrm>
              <a:off x="8534491" y="1713002"/>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0" name="Google Shape;130;p2"/>
            <p:cNvSpPr/>
            <p:nvPr/>
          </p:nvSpPr>
          <p:spPr>
            <a:xfrm>
              <a:off x="7315512" y="2284241"/>
              <a:ext cx="608631" cy="574940"/>
            </a:xfrm>
            <a:custGeom>
              <a:avLst/>
              <a:gdLst/>
              <a:ahLst/>
              <a:cxnLst/>
              <a:rect l="l" t="t" r="r" b="b"/>
              <a:pathLst>
                <a:path w="11345" h="10717" extrusionOk="0">
                  <a:moveTo>
                    <a:pt x="5672" y="10716"/>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1" name="Google Shape;131;p2"/>
            <p:cNvSpPr/>
            <p:nvPr/>
          </p:nvSpPr>
          <p:spPr>
            <a:xfrm>
              <a:off x="7925270" y="2284241"/>
              <a:ext cx="608631" cy="574940"/>
            </a:xfrm>
            <a:custGeom>
              <a:avLst/>
              <a:gdLst/>
              <a:ahLst/>
              <a:cxnLst/>
              <a:rect l="l" t="t" r="r" b="b"/>
              <a:pathLst>
                <a:path w="11345" h="10717" extrusionOk="0">
                  <a:moveTo>
                    <a:pt x="5661" y="10716"/>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2" name="Google Shape;132;p2"/>
            <p:cNvSpPr/>
            <p:nvPr/>
          </p:nvSpPr>
          <p:spPr>
            <a:xfrm>
              <a:off x="8534491" y="2284241"/>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3" name="Google Shape;133;p2"/>
            <p:cNvSpPr/>
            <p:nvPr/>
          </p:nvSpPr>
          <p:spPr>
            <a:xfrm>
              <a:off x="7315512" y="2856070"/>
              <a:ext cx="608631" cy="573706"/>
            </a:xfrm>
            <a:custGeom>
              <a:avLst/>
              <a:gdLst/>
              <a:ahLst/>
              <a:cxnLst/>
              <a:rect l="l" t="t" r="r" b="b"/>
              <a:pathLst>
                <a:path w="11345" h="10694" extrusionOk="0">
                  <a:moveTo>
                    <a:pt x="5672" y="10693"/>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4" name="Google Shape;134;p2"/>
            <p:cNvSpPr/>
            <p:nvPr/>
          </p:nvSpPr>
          <p:spPr>
            <a:xfrm>
              <a:off x="7925270" y="2856070"/>
              <a:ext cx="608631" cy="573706"/>
            </a:xfrm>
            <a:custGeom>
              <a:avLst/>
              <a:gdLst/>
              <a:ahLst/>
              <a:cxnLst/>
              <a:rect l="l" t="t" r="r" b="b"/>
              <a:pathLst>
                <a:path w="11345" h="10694" extrusionOk="0">
                  <a:moveTo>
                    <a:pt x="5661" y="10693"/>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5" name="Google Shape;135;p2"/>
            <p:cNvSpPr/>
            <p:nvPr/>
          </p:nvSpPr>
          <p:spPr>
            <a:xfrm>
              <a:off x="8534491" y="2856070"/>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6" name="Google Shape;136;p2"/>
            <p:cNvSpPr/>
            <p:nvPr/>
          </p:nvSpPr>
          <p:spPr>
            <a:xfrm>
              <a:off x="7315512" y="3426664"/>
              <a:ext cx="608631" cy="574296"/>
            </a:xfrm>
            <a:custGeom>
              <a:avLst/>
              <a:gdLst/>
              <a:ahLst/>
              <a:cxnLst/>
              <a:rect l="l" t="t" r="r" b="b"/>
              <a:pathLst>
                <a:path w="11345" h="10705" extrusionOk="0">
                  <a:moveTo>
                    <a:pt x="5672" y="10705"/>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7" name="Google Shape;137;p2"/>
            <p:cNvSpPr/>
            <p:nvPr/>
          </p:nvSpPr>
          <p:spPr>
            <a:xfrm>
              <a:off x="7925270" y="3426664"/>
              <a:ext cx="608631" cy="574296"/>
            </a:xfrm>
            <a:custGeom>
              <a:avLst/>
              <a:gdLst/>
              <a:ahLst/>
              <a:cxnLst/>
              <a:rect l="l" t="t" r="r" b="b"/>
              <a:pathLst>
                <a:path w="11345" h="10705" extrusionOk="0">
                  <a:moveTo>
                    <a:pt x="5661" y="10705"/>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8" name="Google Shape;138;p2"/>
            <p:cNvSpPr/>
            <p:nvPr/>
          </p:nvSpPr>
          <p:spPr>
            <a:xfrm>
              <a:off x="8534491" y="3426664"/>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9" name="Google Shape;139;p2"/>
            <p:cNvSpPr/>
            <p:nvPr/>
          </p:nvSpPr>
          <p:spPr>
            <a:xfrm>
              <a:off x="7315512" y="3997849"/>
              <a:ext cx="608631" cy="573706"/>
            </a:xfrm>
            <a:custGeom>
              <a:avLst/>
              <a:gdLst/>
              <a:ahLst/>
              <a:cxnLst/>
              <a:rect l="l" t="t" r="r" b="b"/>
              <a:pathLst>
                <a:path w="11345" h="10694" extrusionOk="0">
                  <a:moveTo>
                    <a:pt x="5672" y="10694"/>
                  </a:moveTo>
                  <a:lnTo>
                    <a:pt x="0"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0" name="Google Shape;140;p2"/>
            <p:cNvSpPr/>
            <p:nvPr/>
          </p:nvSpPr>
          <p:spPr>
            <a:xfrm>
              <a:off x="7925270" y="3997849"/>
              <a:ext cx="608631" cy="573706"/>
            </a:xfrm>
            <a:custGeom>
              <a:avLst/>
              <a:gdLst/>
              <a:ahLst/>
              <a:cxnLst/>
              <a:rect l="l" t="t" r="r" b="b"/>
              <a:pathLst>
                <a:path w="11345" h="10694" extrusionOk="0">
                  <a:moveTo>
                    <a:pt x="5661" y="10694"/>
                  </a:moveTo>
                  <a:lnTo>
                    <a:pt x="1" y="5342"/>
                  </a:lnTo>
                  <a:lnTo>
                    <a:pt x="5661" y="1"/>
                  </a:lnTo>
                  <a:lnTo>
                    <a:pt x="1134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1" name="Google Shape;141;p2"/>
            <p:cNvSpPr/>
            <p:nvPr/>
          </p:nvSpPr>
          <p:spPr>
            <a:xfrm>
              <a:off x="8534491" y="3997849"/>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2" name="Google Shape;142;p2"/>
            <p:cNvSpPr/>
            <p:nvPr/>
          </p:nvSpPr>
          <p:spPr>
            <a:xfrm>
              <a:off x="7315512" y="4568444"/>
              <a:ext cx="608631" cy="574940"/>
            </a:xfrm>
            <a:custGeom>
              <a:avLst/>
              <a:gdLst/>
              <a:ahLst/>
              <a:cxnLst/>
              <a:rect l="l" t="t" r="r" b="b"/>
              <a:pathLst>
                <a:path w="11345" h="10717" extrusionOk="0">
                  <a:moveTo>
                    <a:pt x="5672" y="10717"/>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3" name="Google Shape;143;p2"/>
            <p:cNvSpPr/>
            <p:nvPr/>
          </p:nvSpPr>
          <p:spPr>
            <a:xfrm>
              <a:off x="7925270" y="4568444"/>
              <a:ext cx="608631" cy="574940"/>
            </a:xfrm>
            <a:custGeom>
              <a:avLst/>
              <a:gdLst/>
              <a:ahLst/>
              <a:cxnLst/>
              <a:rect l="l" t="t" r="r" b="b"/>
              <a:pathLst>
                <a:path w="11345" h="10717" extrusionOk="0">
                  <a:moveTo>
                    <a:pt x="5661" y="10717"/>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4" name="Google Shape;144;p2"/>
            <p:cNvSpPr/>
            <p:nvPr/>
          </p:nvSpPr>
          <p:spPr>
            <a:xfrm>
              <a:off x="8534491" y="4568444"/>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145" name="Google Shape;145;p2"/>
          <p:cNvSpPr txBox="1">
            <a:spLocks noGrp="1"/>
          </p:cNvSpPr>
          <p:nvPr>
            <p:ph type="ctrTitle"/>
          </p:nvPr>
        </p:nvSpPr>
        <p:spPr>
          <a:xfrm>
            <a:off x="1531650" y="1129888"/>
            <a:ext cx="6080700" cy="2477400"/>
          </a:xfrm>
          <a:prstGeom prst="rect">
            <a:avLst/>
          </a:prstGeom>
        </p:spPr>
        <p:txBody>
          <a:bodyPr spcFirstLastPara="1" wrap="square" lIns="91425" tIns="91425" rIns="91425" bIns="91425" anchor="b" anchorCtr="0">
            <a:noAutofit/>
          </a:bodyPr>
          <a:lstStyle>
            <a:lvl1pPr lvl="0" rtl="0">
              <a:lnSpc>
                <a:spcPct val="90000"/>
              </a:lnSpc>
              <a:spcBef>
                <a:spcPts val="0"/>
              </a:spcBef>
              <a:spcAft>
                <a:spcPts val="0"/>
              </a:spcAft>
              <a:buSzPts val="8500"/>
              <a:buNone/>
              <a:defRPr sz="5600"/>
            </a:lvl1pPr>
            <a:lvl2pPr lvl="1" algn="ctr" rtl="0">
              <a:spcBef>
                <a:spcPts val="0"/>
              </a:spcBef>
              <a:spcAft>
                <a:spcPts val="0"/>
              </a:spcAft>
              <a:buSzPts val="8500"/>
              <a:buNone/>
              <a:defRPr sz="8500"/>
            </a:lvl2pPr>
            <a:lvl3pPr lvl="2" algn="ctr" rtl="0">
              <a:spcBef>
                <a:spcPts val="0"/>
              </a:spcBef>
              <a:spcAft>
                <a:spcPts val="0"/>
              </a:spcAft>
              <a:buSzPts val="8500"/>
              <a:buNone/>
              <a:defRPr sz="8500"/>
            </a:lvl3pPr>
            <a:lvl4pPr lvl="3" algn="ctr" rtl="0">
              <a:spcBef>
                <a:spcPts val="0"/>
              </a:spcBef>
              <a:spcAft>
                <a:spcPts val="0"/>
              </a:spcAft>
              <a:buSzPts val="8500"/>
              <a:buNone/>
              <a:defRPr sz="8500"/>
            </a:lvl4pPr>
            <a:lvl5pPr lvl="4" algn="ctr" rtl="0">
              <a:spcBef>
                <a:spcPts val="0"/>
              </a:spcBef>
              <a:spcAft>
                <a:spcPts val="0"/>
              </a:spcAft>
              <a:buSzPts val="8500"/>
              <a:buNone/>
              <a:defRPr sz="8500"/>
            </a:lvl5pPr>
            <a:lvl6pPr lvl="5" algn="ctr" rtl="0">
              <a:spcBef>
                <a:spcPts val="0"/>
              </a:spcBef>
              <a:spcAft>
                <a:spcPts val="0"/>
              </a:spcAft>
              <a:buSzPts val="8500"/>
              <a:buNone/>
              <a:defRPr sz="8500"/>
            </a:lvl6pPr>
            <a:lvl7pPr lvl="6" algn="ctr" rtl="0">
              <a:spcBef>
                <a:spcPts val="0"/>
              </a:spcBef>
              <a:spcAft>
                <a:spcPts val="0"/>
              </a:spcAft>
              <a:buSzPts val="8500"/>
              <a:buNone/>
              <a:defRPr sz="8500"/>
            </a:lvl7pPr>
            <a:lvl8pPr lvl="7" algn="ctr" rtl="0">
              <a:spcBef>
                <a:spcPts val="0"/>
              </a:spcBef>
              <a:spcAft>
                <a:spcPts val="0"/>
              </a:spcAft>
              <a:buSzPts val="8500"/>
              <a:buNone/>
              <a:defRPr sz="8500"/>
            </a:lvl8pPr>
            <a:lvl9pPr lvl="8" algn="ctr" rtl="0">
              <a:spcBef>
                <a:spcPts val="0"/>
              </a:spcBef>
              <a:spcAft>
                <a:spcPts val="0"/>
              </a:spcAft>
              <a:buSzPts val="8500"/>
              <a:buNone/>
              <a:defRPr sz="8500"/>
            </a:lvl9pPr>
          </a:lstStyle>
          <a:p>
            <a:endParaRPr/>
          </a:p>
        </p:txBody>
      </p:sp>
      <p:grpSp>
        <p:nvGrpSpPr>
          <p:cNvPr id="146" name="Google Shape;146;p2"/>
          <p:cNvGrpSpPr/>
          <p:nvPr/>
        </p:nvGrpSpPr>
        <p:grpSpPr>
          <a:xfrm>
            <a:off x="444125" y="391825"/>
            <a:ext cx="8255750" cy="4359850"/>
            <a:chOff x="449775" y="420975"/>
            <a:chExt cx="8255750" cy="4359850"/>
          </a:xfrm>
        </p:grpSpPr>
        <p:cxnSp>
          <p:nvCxnSpPr>
            <p:cNvPr id="147" name="Google Shape;147;p2"/>
            <p:cNvCxnSpPr/>
            <p:nvPr/>
          </p:nvCxnSpPr>
          <p:spPr>
            <a:xfrm rot="10800000">
              <a:off x="449775" y="420975"/>
              <a:ext cx="0" cy="1980300"/>
            </a:xfrm>
            <a:prstGeom prst="straightConnector1">
              <a:avLst/>
            </a:prstGeom>
            <a:noFill/>
            <a:ln w="9525" cap="flat" cmpd="sng">
              <a:solidFill>
                <a:schemeClr val="dk2"/>
              </a:solidFill>
              <a:prstDash val="solid"/>
              <a:round/>
              <a:headEnd type="none" w="med" len="med"/>
              <a:tailEnd type="none" w="med" len="med"/>
            </a:ln>
          </p:spPr>
        </p:cxnSp>
        <p:cxnSp>
          <p:nvCxnSpPr>
            <p:cNvPr id="148" name="Google Shape;148;p2"/>
            <p:cNvCxnSpPr/>
            <p:nvPr/>
          </p:nvCxnSpPr>
          <p:spPr>
            <a:xfrm rot="10800000">
              <a:off x="8705525" y="2800525"/>
              <a:ext cx="0" cy="1980300"/>
            </a:xfrm>
            <a:prstGeom prst="straightConnector1">
              <a:avLst/>
            </a:prstGeom>
            <a:noFill/>
            <a:ln w="9525" cap="flat" cmpd="sng">
              <a:solidFill>
                <a:schemeClr val="dk2"/>
              </a:solidFill>
              <a:prstDash val="solid"/>
              <a:round/>
              <a:headEnd type="none" w="med" len="med"/>
              <a:tailEnd type="none" w="med" len="med"/>
            </a:ln>
          </p:spPr>
        </p:cxnSp>
      </p:grpSp>
      <p:sp>
        <p:nvSpPr>
          <p:cNvPr id="149" name="Google Shape;149;p2"/>
          <p:cNvSpPr txBox="1">
            <a:spLocks noGrp="1"/>
          </p:cNvSpPr>
          <p:nvPr>
            <p:ph type="subTitle" idx="1"/>
          </p:nvPr>
        </p:nvSpPr>
        <p:spPr>
          <a:xfrm>
            <a:off x="1531650" y="3763450"/>
            <a:ext cx="4774800" cy="411600"/>
          </a:xfrm>
          <a:prstGeom prst="rect">
            <a:avLst/>
          </a:prstGeom>
          <a:gradFill>
            <a:gsLst>
              <a:gs pos="0">
                <a:srgbClr val="D4BE9B"/>
              </a:gs>
              <a:gs pos="100000">
                <a:srgbClr val="9D7F4F"/>
              </a:gs>
            </a:gsLst>
            <a:lin ang="10801400" scaled="0"/>
          </a:gradFill>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accent1"/>
            </a:gs>
            <a:gs pos="100000">
              <a:schemeClr val="lt1"/>
            </a:gs>
          </a:gsLst>
          <a:path path="circle">
            <a:fillToRect l="50000" t="50000" r="50000" b="50000"/>
          </a:path>
          <a:tileRect/>
        </a:gradFill>
        <a:effectLst/>
      </p:bgPr>
    </p:bg>
    <p:spTree>
      <p:nvGrpSpPr>
        <p:cNvPr id="1" name="Shape 150"/>
        <p:cNvGrpSpPr/>
        <p:nvPr/>
      </p:nvGrpSpPr>
      <p:grpSpPr>
        <a:xfrm>
          <a:off x="0" y="0"/>
          <a:ext cx="0" cy="0"/>
          <a:chOff x="0" y="0"/>
          <a:chExt cx="0" cy="0"/>
        </a:xfrm>
      </p:grpSpPr>
      <p:grpSp>
        <p:nvGrpSpPr>
          <p:cNvPr id="151" name="Google Shape;151;p3"/>
          <p:cNvGrpSpPr/>
          <p:nvPr/>
        </p:nvGrpSpPr>
        <p:grpSpPr>
          <a:xfrm>
            <a:off x="2" y="46"/>
            <a:ext cx="9143710" cy="5143425"/>
            <a:chOff x="2" y="-41"/>
            <a:chExt cx="9143710" cy="5143425"/>
          </a:xfrm>
        </p:grpSpPr>
        <p:sp>
          <p:nvSpPr>
            <p:cNvPr id="152" name="Google Shape;152;p3"/>
            <p:cNvSpPr/>
            <p:nvPr/>
          </p:nvSpPr>
          <p:spPr>
            <a:xfrm>
              <a:off x="2" y="-41"/>
              <a:ext cx="608631" cy="574350"/>
            </a:xfrm>
            <a:custGeom>
              <a:avLst/>
              <a:gdLst/>
              <a:ahLst/>
              <a:cxnLst/>
              <a:rect l="l" t="t" r="r" b="b"/>
              <a:pathLst>
                <a:path w="11345" h="10706" extrusionOk="0">
                  <a:moveTo>
                    <a:pt x="5661" y="10705"/>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3" name="Google Shape;153;p3"/>
            <p:cNvSpPr/>
            <p:nvPr/>
          </p:nvSpPr>
          <p:spPr>
            <a:xfrm>
              <a:off x="609169" y="-41"/>
              <a:ext cx="609221" cy="574350"/>
            </a:xfrm>
            <a:custGeom>
              <a:avLst/>
              <a:gdLst/>
              <a:ahLst/>
              <a:cxnLst/>
              <a:rect l="l" t="t" r="r" b="b"/>
              <a:pathLst>
                <a:path w="11356" h="10706" extrusionOk="0">
                  <a:moveTo>
                    <a:pt x="5684" y="10705"/>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4" name="Google Shape;154;p3"/>
            <p:cNvSpPr/>
            <p:nvPr/>
          </p:nvSpPr>
          <p:spPr>
            <a:xfrm>
              <a:off x="1218980" y="-41"/>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5" name="Google Shape;155;p3"/>
            <p:cNvSpPr/>
            <p:nvPr/>
          </p:nvSpPr>
          <p:spPr>
            <a:xfrm>
              <a:off x="1828738" y="-41"/>
              <a:ext cx="608631" cy="574350"/>
            </a:xfrm>
            <a:custGeom>
              <a:avLst/>
              <a:gdLst/>
              <a:ahLst/>
              <a:cxnLst/>
              <a:rect l="l" t="t" r="r" b="b"/>
              <a:pathLst>
                <a:path w="11345" h="10706" extrusionOk="0">
                  <a:moveTo>
                    <a:pt x="5684" y="10705"/>
                  </a:moveTo>
                  <a:lnTo>
                    <a:pt x="1" y="5341"/>
                  </a:lnTo>
                  <a:lnTo>
                    <a:pt x="5684"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6" name="Google Shape;156;p3"/>
            <p:cNvSpPr/>
            <p:nvPr/>
          </p:nvSpPr>
          <p:spPr>
            <a:xfrm>
              <a:off x="2439139" y="-41"/>
              <a:ext cx="608631" cy="574350"/>
            </a:xfrm>
            <a:custGeom>
              <a:avLst/>
              <a:gdLst/>
              <a:ahLst/>
              <a:cxnLst/>
              <a:rect l="l" t="t" r="r" b="b"/>
              <a:pathLst>
                <a:path w="11345" h="10706" extrusionOk="0">
                  <a:moveTo>
                    <a:pt x="5672" y="10705"/>
                  </a:moveTo>
                  <a:lnTo>
                    <a:pt x="1"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7" name="Google Shape;157;p3"/>
            <p:cNvSpPr/>
            <p:nvPr/>
          </p:nvSpPr>
          <p:spPr>
            <a:xfrm>
              <a:off x="3048950" y="-41"/>
              <a:ext cx="608577" cy="574350"/>
            </a:xfrm>
            <a:custGeom>
              <a:avLst/>
              <a:gdLst/>
              <a:ahLst/>
              <a:cxnLst/>
              <a:rect l="l" t="t" r="r" b="b"/>
              <a:pathLst>
                <a:path w="11344" h="10706" extrusionOk="0">
                  <a:moveTo>
                    <a:pt x="5661" y="10705"/>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8" name="Google Shape;158;p3"/>
            <p:cNvSpPr/>
            <p:nvPr/>
          </p:nvSpPr>
          <p:spPr>
            <a:xfrm>
              <a:off x="3658117" y="-41"/>
              <a:ext cx="609221" cy="574350"/>
            </a:xfrm>
            <a:custGeom>
              <a:avLst/>
              <a:gdLst/>
              <a:ahLst/>
              <a:cxnLst/>
              <a:rect l="l" t="t" r="r" b="b"/>
              <a:pathLst>
                <a:path w="11356" h="10706" extrusionOk="0">
                  <a:moveTo>
                    <a:pt x="5684" y="10705"/>
                  </a:moveTo>
                  <a:lnTo>
                    <a:pt x="0" y="5341"/>
                  </a:lnTo>
                  <a:lnTo>
                    <a:pt x="5684"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9" name="Google Shape;159;p3"/>
            <p:cNvSpPr/>
            <p:nvPr/>
          </p:nvSpPr>
          <p:spPr>
            <a:xfrm>
              <a:off x="4267875" y="-41"/>
              <a:ext cx="609221" cy="574350"/>
            </a:xfrm>
            <a:custGeom>
              <a:avLst/>
              <a:gdLst/>
              <a:ahLst/>
              <a:cxnLst/>
              <a:rect l="l" t="t" r="r" b="b"/>
              <a:pathLst>
                <a:path w="11356" h="10706" extrusionOk="0">
                  <a:moveTo>
                    <a:pt x="5684" y="10705"/>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60" name="Google Shape;160;p3"/>
            <p:cNvSpPr/>
            <p:nvPr/>
          </p:nvSpPr>
          <p:spPr>
            <a:xfrm>
              <a:off x="4878276" y="-41"/>
              <a:ext cx="609221" cy="574350"/>
            </a:xfrm>
            <a:custGeom>
              <a:avLst/>
              <a:gdLst/>
              <a:ahLst/>
              <a:cxnLst/>
              <a:rect l="l" t="t" r="r" b="b"/>
              <a:pathLst>
                <a:path w="11356" h="10706" extrusionOk="0">
                  <a:moveTo>
                    <a:pt x="5673" y="10705"/>
                  </a:moveTo>
                  <a:lnTo>
                    <a:pt x="1" y="5341"/>
                  </a:lnTo>
                  <a:lnTo>
                    <a:pt x="5673"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61" name="Google Shape;161;p3"/>
            <p:cNvSpPr/>
            <p:nvPr/>
          </p:nvSpPr>
          <p:spPr>
            <a:xfrm>
              <a:off x="5488087" y="-41"/>
              <a:ext cx="608631" cy="574350"/>
            </a:xfrm>
            <a:custGeom>
              <a:avLst/>
              <a:gdLst/>
              <a:ahLst/>
              <a:cxnLst/>
              <a:rect l="l" t="t" r="r" b="b"/>
              <a:pathLst>
                <a:path w="11345" h="10706" extrusionOk="0">
                  <a:moveTo>
                    <a:pt x="5672" y="10705"/>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62" name="Google Shape;162;p3"/>
            <p:cNvSpPr/>
            <p:nvPr/>
          </p:nvSpPr>
          <p:spPr>
            <a:xfrm>
              <a:off x="6097845" y="-41"/>
              <a:ext cx="608631" cy="574350"/>
            </a:xfrm>
            <a:custGeom>
              <a:avLst/>
              <a:gdLst/>
              <a:ahLst/>
              <a:cxnLst/>
              <a:rect l="l" t="t" r="r" b="b"/>
              <a:pathLst>
                <a:path w="11345" h="10706" extrusionOk="0">
                  <a:moveTo>
                    <a:pt x="5661" y="10705"/>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63" name="Google Shape;163;p3"/>
            <p:cNvSpPr/>
            <p:nvPr/>
          </p:nvSpPr>
          <p:spPr>
            <a:xfrm>
              <a:off x="6707066" y="-41"/>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64" name="Google Shape;164;p3"/>
            <p:cNvSpPr/>
            <p:nvPr/>
          </p:nvSpPr>
          <p:spPr>
            <a:xfrm>
              <a:off x="2" y="571144"/>
              <a:ext cx="608631" cy="574350"/>
            </a:xfrm>
            <a:custGeom>
              <a:avLst/>
              <a:gdLst/>
              <a:ahLst/>
              <a:cxnLst/>
              <a:rect l="l" t="t" r="r" b="b"/>
              <a:pathLst>
                <a:path w="11345" h="10706" extrusionOk="0">
                  <a:moveTo>
                    <a:pt x="5661" y="10706"/>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65" name="Google Shape;165;p3"/>
            <p:cNvSpPr/>
            <p:nvPr/>
          </p:nvSpPr>
          <p:spPr>
            <a:xfrm>
              <a:off x="609169" y="571144"/>
              <a:ext cx="609221" cy="574350"/>
            </a:xfrm>
            <a:custGeom>
              <a:avLst/>
              <a:gdLst/>
              <a:ahLst/>
              <a:cxnLst/>
              <a:rect l="l" t="t" r="r" b="b"/>
              <a:pathLst>
                <a:path w="11356" h="10706" extrusionOk="0">
                  <a:moveTo>
                    <a:pt x="5684" y="10706"/>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66" name="Google Shape;166;p3"/>
            <p:cNvSpPr/>
            <p:nvPr/>
          </p:nvSpPr>
          <p:spPr>
            <a:xfrm>
              <a:off x="1218980" y="571144"/>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67" name="Google Shape;167;p3"/>
            <p:cNvSpPr/>
            <p:nvPr/>
          </p:nvSpPr>
          <p:spPr>
            <a:xfrm>
              <a:off x="1828738" y="571144"/>
              <a:ext cx="608631" cy="574350"/>
            </a:xfrm>
            <a:custGeom>
              <a:avLst/>
              <a:gdLst/>
              <a:ahLst/>
              <a:cxnLst/>
              <a:rect l="l" t="t" r="r" b="b"/>
              <a:pathLst>
                <a:path w="11345" h="10706" extrusionOk="0">
                  <a:moveTo>
                    <a:pt x="5684" y="10706"/>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68" name="Google Shape;168;p3"/>
            <p:cNvSpPr/>
            <p:nvPr/>
          </p:nvSpPr>
          <p:spPr>
            <a:xfrm>
              <a:off x="2439139" y="571144"/>
              <a:ext cx="608631" cy="574350"/>
            </a:xfrm>
            <a:custGeom>
              <a:avLst/>
              <a:gdLst/>
              <a:ahLst/>
              <a:cxnLst/>
              <a:rect l="l" t="t" r="r" b="b"/>
              <a:pathLst>
                <a:path w="11345" h="10706" extrusionOk="0">
                  <a:moveTo>
                    <a:pt x="5672" y="10706"/>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69" name="Google Shape;169;p3"/>
            <p:cNvSpPr/>
            <p:nvPr/>
          </p:nvSpPr>
          <p:spPr>
            <a:xfrm>
              <a:off x="3048950" y="571144"/>
              <a:ext cx="608577" cy="574350"/>
            </a:xfrm>
            <a:custGeom>
              <a:avLst/>
              <a:gdLst/>
              <a:ahLst/>
              <a:cxnLst/>
              <a:rect l="l" t="t" r="r" b="b"/>
              <a:pathLst>
                <a:path w="11344" h="10706" extrusionOk="0">
                  <a:moveTo>
                    <a:pt x="5661" y="10706"/>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0" name="Google Shape;170;p3"/>
            <p:cNvSpPr/>
            <p:nvPr/>
          </p:nvSpPr>
          <p:spPr>
            <a:xfrm>
              <a:off x="3658117" y="571144"/>
              <a:ext cx="609221" cy="574350"/>
            </a:xfrm>
            <a:custGeom>
              <a:avLst/>
              <a:gdLst/>
              <a:ahLst/>
              <a:cxnLst/>
              <a:rect l="l" t="t" r="r" b="b"/>
              <a:pathLst>
                <a:path w="11356" h="10706" extrusionOk="0">
                  <a:moveTo>
                    <a:pt x="5684" y="10706"/>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1" name="Google Shape;171;p3"/>
            <p:cNvSpPr/>
            <p:nvPr/>
          </p:nvSpPr>
          <p:spPr>
            <a:xfrm>
              <a:off x="4267875" y="571144"/>
              <a:ext cx="609221" cy="574350"/>
            </a:xfrm>
            <a:custGeom>
              <a:avLst/>
              <a:gdLst/>
              <a:ahLst/>
              <a:cxnLst/>
              <a:rect l="l" t="t" r="r" b="b"/>
              <a:pathLst>
                <a:path w="11356" h="10706" extrusionOk="0">
                  <a:moveTo>
                    <a:pt x="5684" y="10706"/>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2" name="Google Shape;172;p3"/>
            <p:cNvSpPr/>
            <p:nvPr/>
          </p:nvSpPr>
          <p:spPr>
            <a:xfrm>
              <a:off x="4878276" y="571144"/>
              <a:ext cx="609221" cy="574350"/>
            </a:xfrm>
            <a:custGeom>
              <a:avLst/>
              <a:gdLst/>
              <a:ahLst/>
              <a:cxnLst/>
              <a:rect l="l" t="t" r="r" b="b"/>
              <a:pathLst>
                <a:path w="11356" h="10706" extrusionOk="0">
                  <a:moveTo>
                    <a:pt x="5673" y="10706"/>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3" name="Google Shape;173;p3"/>
            <p:cNvSpPr/>
            <p:nvPr/>
          </p:nvSpPr>
          <p:spPr>
            <a:xfrm>
              <a:off x="5488087" y="571144"/>
              <a:ext cx="608631" cy="574350"/>
            </a:xfrm>
            <a:custGeom>
              <a:avLst/>
              <a:gdLst/>
              <a:ahLst/>
              <a:cxnLst/>
              <a:rect l="l" t="t" r="r" b="b"/>
              <a:pathLst>
                <a:path w="11345" h="10706" extrusionOk="0">
                  <a:moveTo>
                    <a:pt x="5672" y="10706"/>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4" name="Google Shape;174;p3"/>
            <p:cNvSpPr/>
            <p:nvPr/>
          </p:nvSpPr>
          <p:spPr>
            <a:xfrm>
              <a:off x="6097845" y="571144"/>
              <a:ext cx="608631" cy="574350"/>
            </a:xfrm>
            <a:custGeom>
              <a:avLst/>
              <a:gdLst/>
              <a:ahLst/>
              <a:cxnLst/>
              <a:rect l="l" t="t" r="r" b="b"/>
              <a:pathLst>
                <a:path w="11345" h="10706" extrusionOk="0">
                  <a:moveTo>
                    <a:pt x="5661" y="10706"/>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5" name="Google Shape;175;p3"/>
            <p:cNvSpPr/>
            <p:nvPr/>
          </p:nvSpPr>
          <p:spPr>
            <a:xfrm>
              <a:off x="6707066" y="571144"/>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6" name="Google Shape;176;p3"/>
            <p:cNvSpPr/>
            <p:nvPr/>
          </p:nvSpPr>
          <p:spPr>
            <a:xfrm>
              <a:off x="2" y="1142382"/>
              <a:ext cx="608631" cy="573706"/>
            </a:xfrm>
            <a:custGeom>
              <a:avLst/>
              <a:gdLst/>
              <a:ahLst/>
              <a:cxnLst/>
              <a:rect l="l" t="t" r="r" b="b"/>
              <a:pathLst>
                <a:path w="11345" h="10694" extrusionOk="0">
                  <a:moveTo>
                    <a:pt x="5661" y="10694"/>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7" name="Google Shape;177;p3"/>
            <p:cNvSpPr/>
            <p:nvPr/>
          </p:nvSpPr>
          <p:spPr>
            <a:xfrm>
              <a:off x="609169" y="1142382"/>
              <a:ext cx="609221" cy="573706"/>
            </a:xfrm>
            <a:custGeom>
              <a:avLst/>
              <a:gdLst/>
              <a:ahLst/>
              <a:cxnLst/>
              <a:rect l="l" t="t" r="r" b="b"/>
              <a:pathLst>
                <a:path w="11356" h="10694" extrusionOk="0">
                  <a:moveTo>
                    <a:pt x="5684" y="10694"/>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8" name="Google Shape;178;p3"/>
            <p:cNvSpPr/>
            <p:nvPr/>
          </p:nvSpPr>
          <p:spPr>
            <a:xfrm>
              <a:off x="1218980" y="1142382"/>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9" name="Google Shape;179;p3"/>
            <p:cNvSpPr/>
            <p:nvPr/>
          </p:nvSpPr>
          <p:spPr>
            <a:xfrm>
              <a:off x="1828738" y="1142382"/>
              <a:ext cx="608631" cy="573706"/>
            </a:xfrm>
            <a:custGeom>
              <a:avLst/>
              <a:gdLst/>
              <a:ahLst/>
              <a:cxnLst/>
              <a:rect l="l" t="t" r="r" b="b"/>
              <a:pathLst>
                <a:path w="11345" h="10694" extrusionOk="0">
                  <a:moveTo>
                    <a:pt x="5684" y="10694"/>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0" name="Google Shape;180;p3"/>
            <p:cNvSpPr/>
            <p:nvPr/>
          </p:nvSpPr>
          <p:spPr>
            <a:xfrm>
              <a:off x="2439139" y="1142382"/>
              <a:ext cx="608631" cy="573706"/>
            </a:xfrm>
            <a:custGeom>
              <a:avLst/>
              <a:gdLst/>
              <a:ahLst/>
              <a:cxnLst/>
              <a:rect l="l" t="t" r="r" b="b"/>
              <a:pathLst>
                <a:path w="11345" h="10694" extrusionOk="0">
                  <a:moveTo>
                    <a:pt x="5672" y="10694"/>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1" name="Google Shape;181;p3"/>
            <p:cNvSpPr/>
            <p:nvPr/>
          </p:nvSpPr>
          <p:spPr>
            <a:xfrm>
              <a:off x="3048950" y="1142382"/>
              <a:ext cx="608577" cy="573706"/>
            </a:xfrm>
            <a:custGeom>
              <a:avLst/>
              <a:gdLst/>
              <a:ahLst/>
              <a:cxnLst/>
              <a:rect l="l" t="t" r="r" b="b"/>
              <a:pathLst>
                <a:path w="11344" h="10694" extrusionOk="0">
                  <a:moveTo>
                    <a:pt x="5661" y="10694"/>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2" name="Google Shape;182;p3"/>
            <p:cNvSpPr/>
            <p:nvPr/>
          </p:nvSpPr>
          <p:spPr>
            <a:xfrm>
              <a:off x="3658117" y="1142382"/>
              <a:ext cx="609221" cy="573706"/>
            </a:xfrm>
            <a:custGeom>
              <a:avLst/>
              <a:gdLst/>
              <a:ahLst/>
              <a:cxnLst/>
              <a:rect l="l" t="t" r="r" b="b"/>
              <a:pathLst>
                <a:path w="11356" h="10694" extrusionOk="0">
                  <a:moveTo>
                    <a:pt x="5684" y="10694"/>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3" name="Google Shape;183;p3"/>
            <p:cNvSpPr/>
            <p:nvPr/>
          </p:nvSpPr>
          <p:spPr>
            <a:xfrm>
              <a:off x="4267875" y="1142382"/>
              <a:ext cx="609221" cy="573706"/>
            </a:xfrm>
            <a:custGeom>
              <a:avLst/>
              <a:gdLst/>
              <a:ahLst/>
              <a:cxnLst/>
              <a:rect l="l" t="t" r="r" b="b"/>
              <a:pathLst>
                <a:path w="11356" h="10694" extrusionOk="0">
                  <a:moveTo>
                    <a:pt x="5684" y="10694"/>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4" name="Google Shape;184;p3"/>
            <p:cNvSpPr/>
            <p:nvPr/>
          </p:nvSpPr>
          <p:spPr>
            <a:xfrm>
              <a:off x="4878276" y="1142382"/>
              <a:ext cx="609221" cy="573706"/>
            </a:xfrm>
            <a:custGeom>
              <a:avLst/>
              <a:gdLst/>
              <a:ahLst/>
              <a:cxnLst/>
              <a:rect l="l" t="t" r="r" b="b"/>
              <a:pathLst>
                <a:path w="11356" h="10694" extrusionOk="0">
                  <a:moveTo>
                    <a:pt x="5673" y="10694"/>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5" name="Google Shape;185;p3"/>
            <p:cNvSpPr/>
            <p:nvPr/>
          </p:nvSpPr>
          <p:spPr>
            <a:xfrm>
              <a:off x="5488087" y="1142382"/>
              <a:ext cx="608631" cy="573706"/>
            </a:xfrm>
            <a:custGeom>
              <a:avLst/>
              <a:gdLst/>
              <a:ahLst/>
              <a:cxnLst/>
              <a:rect l="l" t="t" r="r" b="b"/>
              <a:pathLst>
                <a:path w="11345" h="10694" extrusionOk="0">
                  <a:moveTo>
                    <a:pt x="5672" y="10694"/>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6" name="Google Shape;186;p3"/>
            <p:cNvSpPr/>
            <p:nvPr/>
          </p:nvSpPr>
          <p:spPr>
            <a:xfrm>
              <a:off x="6097845" y="1142382"/>
              <a:ext cx="608631" cy="573706"/>
            </a:xfrm>
            <a:custGeom>
              <a:avLst/>
              <a:gdLst/>
              <a:ahLst/>
              <a:cxnLst/>
              <a:rect l="l" t="t" r="r" b="b"/>
              <a:pathLst>
                <a:path w="11345" h="10694" extrusionOk="0">
                  <a:moveTo>
                    <a:pt x="5661" y="10694"/>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7" name="Google Shape;187;p3"/>
            <p:cNvSpPr/>
            <p:nvPr/>
          </p:nvSpPr>
          <p:spPr>
            <a:xfrm>
              <a:off x="6707066" y="1142382"/>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8" name="Google Shape;188;p3"/>
            <p:cNvSpPr/>
            <p:nvPr/>
          </p:nvSpPr>
          <p:spPr>
            <a:xfrm>
              <a:off x="2" y="1712977"/>
              <a:ext cx="608631" cy="574350"/>
            </a:xfrm>
            <a:custGeom>
              <a:avLst/>
              <a:gdLst/>
              <a:ahLst/>
              <a:cxnLst/>
              <a:rect l="l" t="t" r="r" b="b"/>
              <a:pathLst>
                <a:path w="11345" h="10706" extrusionOk="0">
                  <a:moveTo>
                    <a:pt x="5661" y="10705"/>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9" name="Google Shape;189;p3"/>
            <p:cNvSpPr/>
            <p:nvPr/>
          </p:nvSpPr>
          <p:spPr>
            <a:xfrm>
              <a:off x="609169" y="1712977"/>
              <a:ext cx="609221" cy="574350"/>
            </a:xfrm>
            <a:custGeom>
              <a:avLst/>
              <a:gdLst/>
              <a:ahLst/>
              <a:cxnLst/>
              <a:rect l="l" t="t" r="r" b="b"/>
              <a:pathLst>
                <a:path w="11356" h="10706" extrusionOk="0">
                  <a:moveTo>
                    <a:pt x="5684" y="10705"/>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0" name="Google Shape;190;p3"/>
            <p:cNvSpPr/>
            <p:nvPr/>
          </p:nvSpPr>
          <p:spPr>
            <a:xfrm>
              <a:off x="1218980" y="1712977"/>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1" name="Google Shape;191;p3"/>
            <p:cNvSpPr/>
            <p:nvPr/>
          </p:nvSpPr>
          <p:spPr>
            <a:xfrm>
              <a:off x="1828738" y="1712977"/>
              <a:ext cx="608631" cy="574350"/>
            </a:xfrm>
            <a:custGeom>
              <a:avLst/>
              <a:gdLst/>
              <a:ahLst/>
              <a:cxnLst/>
              <a:rect l="l" t="t" r="r" b="b"/>
              <a:pathLst>
                <a:path w="11345" h="10706" extrusionOk="0">
                  <a:moveTo>
                    <a:pt x="5684" y="10705"/>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2" name="Google Shape;192;p3"/>
            <p:cNvSpPr/>
            <p:nvPr/>
          </p:nvSpPr>
          <p:spPr>
            <a:xfrm>
              <a:off x="2439139" y="1712977"/>
              <a:ext cx="608631" cy="574350"/>
            </a:xfrm>
            <a:custGeom>
              <a:avLst/>
              <a:gdLst/>
              <a:ahLst/>
              <a:cxnLst/>
              <a:rect l="l" t="t" r="r" b="b"/>
              <a:pathLst>
                <a:path w="11345" h="10706" extrusionOk="0">
                  <a:moveTo>
                    <a:pt x="5672" y="10705"/>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3" name="Google Shape;193;p3"/>
            <p:cNvSpPr/>
            <p:nvPr/>
          </p:nvSpPr>
          <p:spPr>
            <a:xfrm>
              <a:off x="3048950" y="1712977"/>
              <a:ext cx="608577" cy="574350"/>
            </a:xfrm>
            <a:custGeom>
              <a:avLst/>
              <a:gdLst/>
              <a:ahLst/>
              <a:cxnLst/>
              <a:rect l="l" t="t" r="r" b="b"/>
              <a:pathLst>
                <a:path w="11344" h="10706" extrusionOk="0">
                  <a:moveTo>
                    <a:pt x="5661" y="10705"/>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4" name="Google Shape;194;p3"/>
            <p:cNvSpPr/>
            <p:nvPr/>
          </p:nvSpPr>
          <p:spPr>
            <a:xfrm>
              <a:off x="3658117" y="1712977"/>
              <a:ext cx="609221" cy="574350"/>
            </a:xfrm>
            <a:custGeom>
              <a:avLst/>
              <a:gdLst/>
              <a:ahLst/>
              <a:cxnLst/>
              <a:rect l="l" t="t" r="r" b="b"/>
              <a:pathLst>
                <a:path w="11356" h="10706" extrusionOk="0">
                  <a:moveTo>
                    <a:pt x="5684" y="10705"/>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5" name="Google Shape;195;p3"/>
            <p:cNvSpPr/>
            <p:nvPr/>
          </p:nvSpPr>
          <p:spPr>
            <a:xfrm>
              <a:off x="4267875" y="1712977"/>
              <a:ext cx="609221" cy="574350"/>
            </a:xfrm>
            <a:custGeom>
              <a:avLst/>
              <a:gdLst/>
              <a:ahLst/>
              <a:cxnLst/>
              <a:rect l="l" t="t" r="r" b="b"/>
              <a:pathLst>
                <a:path w="11356" h="10706" extrusionOk="0">
                  <a:moveTo>
                    <a:pt x="5684" y="10705"/>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6" name="Google Shape;196;p3"/>
            <p:cNvSpPr/>
            <p:nvPr/>
          </p:nvSpPr>
          <p:spPr>
            <a:xfrm>
              <a:off x="4878276" y="1712977"/>
              <a:ext cx="609221" cy="574350"/>
            </a:xfrm>
            <a:custGeom>
              <a:avLst/>
              <a:gdLst/>
              <a:ahLst/>
              <a:cxnLst/>
              <a:rect l="l" t="t" r="r" b="b"/>
              <a:pathLst>
                <a:path w="11356" h="10706" extrusionOk="0">
                  <a:moveTo>
                    <a:pt x="5673" y="10705"/>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7" name="Google Shape;197;p3"/>
            <p:cNvSpPr/>
            <p:nvPr/>
          </p:nvSpPr>
          <p:spPr>
            <a:xfrm>
              <a:off x="5488087" y="1712977"/>
              <a:ext cx="608631" cy="574350"/>
            </a:xfrm>
            <a:custGeom>
              <a:avLst/>
              <a:gdLst/>
              <a:ahLst/>
              <a:cxnLst/>
              <a:rect l="l" t="t" r="r" b="b"/>
              <a:pathLst>
                <a:path w="11345" h="10706" extrusionOk="0">
                  <a:moveTo>
                    <a:pt x="5672" y="10705"/>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8" name="Google Shape;198;p3"/>
            <p:cNvSpPr/>
            <p:nvPr/>
          </p:nvSpPr>
          <p:spPr>
            <a:xfrm>
              <a:off x="6097845" y="1712977"/>
              <a:ext cx="608631" cy="574350"/>
            </a:xfrm>
            <a:custGeom>
              <a:avLst/>
              <a:gdLst/>
              <a:ahLst/>
              <a:cxnLst/>
              <a:rect l="l" t="t" r="r" b="b"/>
              <a:pathLst>
                <a:path w="11345" h="10706" extrusionOk="0">
                  <a:moveTo>
                    <a:pt x="5661" y="10705"/>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9" name="Google Shape;199;p3"/>
            <p:cNvSpPr/>
            <p:nvPr/>
          </p:nvSpPr>
          <p:spPr>
            <a:xfrm>
              <a:off x="6707066" y="1712977"/>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0" name="Google Shape;200;p3"/>
            <p:cNvSpPr/>
            <p:nvPr/>
          </p:nvSpPr>
          <p:spPr>
            <a:xfrm>
              <a:off x="2" y="2284216"/>
              <a:ext cx="608631" cy="574940"/>
            </a:xfrm>
            <a:custGeom>
              <a:avLst/>
              <a:gdLst/>
              <a:ahLst/>
              <a:cxnLst/>
              <a:rect l="l" t="t" r="r" b="b"/>
              <a:pathLst>
                <a:path w="11345" h="10717" extrusionOk="0">
                  <a:moveTo>
                    <a:pt x="5661" y="10716"/>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1" name="Google Shape;201;p3"/>
            <p:cNvSpPr/>
            <p:nvPr/>
          </p:nvSpPr>
          <p:spPr>
            <a:xfrm>
              <a:off x="609169" y="2284216"/>
              <a:ext cx="609221" cy="574940"/>
            </a:xfrm>
            <a:custGeom>
              <a:avLst/>
              <a:gdLst/>
              <a:ahLst/>
              <a:cxnLst/>
              <a:rect l="l" t="t" r="r" b="b"/>
              <a:pathLst>
                <a:path w="11356" h="10717" extrusionOk="0">
                  <a:moveTo>
                    <a:pt x="5684" y="10716"/>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2" name="Google Shape;202;p3"/>
            <p:cNvSpPr/>
            <p:nvPr/>
          </p:nvSpPr>
          <p:spPr>
            <a:xfrm>
              <a:off x="1218980" y="2284216"/>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3" name="Google Shape;203;p3"/>
            <p:cNvSpPr/>
            <p:nvPr/>
          </p:nvSpPr>
          <p:spPr>
            <a:xfrm>
              <a:off x="1828738" y="2284216"/>
              <a:ext cx="608631" cy="574940"/>
            </a:xfrm>
            <a:custGeom>
              <a:avLst/>
              <a:gdLst/>
              <a:ahLst/>
              <a:cxnLst/>
              <a:rect l="l" t="t" r="r" b="b"/>
              <a:pathLst>
                <a:path w="11345" h="10717" extrusionOk="0">
                  <a:moveTo>
                    <a:pt x="5684" y="10716"/>
                  </a:moveTo>
                  <a:lnTo>
                    <a:pt x="1" y="5352"/>
                  </a:lnTo>
                  <a:lnTo>
                    <a:pt x="5684"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4" name="Google Shape;204;p3"/>
            <p:cNvSpPr/>
            <p:nvPr/>
          </p:nvSpPr>
          <p:spPr>
            <a:xfrm>
              <a:off x="2439139" y="2284216"/>
              <a:ext cx="608631" cy="574940"/>
            </a:xfrm>
            <a:custGeom>
              <a:avLst/>
              <a:gdLst/>
              <a:ahLst/>
              <a:cxnLst/>
              <a:rect l="l" t="t" r="r" b="b"/>
              <a:pathLst>
                <a:path w="11345" h="10717" extrusionOk="0">
                  <a:moveTo>
                    <a:pt x="5672" y="10716"/>
                  </a:moveTo>
                  <a:lnTo>
                    <a:pt x="1"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5" name="Google Shape;205;p3"/>
            <p:cNvSpPr/>
            <p:nvPr/>
          </p:nvSpPr>
          <p:spPr>
            <a:xfrm>
              <a:off x="3048950" y="2284216"/>
              <a:ext cx="608577" cy="574940"/>
            </a:xfrm>
            <a:custGeom>
              <a:avLst/>
              <a:gdLst/>
              <a:ahLst/>
              <a:cxnLst/>
              <a:rect l="l" t="t" r="r" b="b"/>
              <a:pathLst>
                <a:path w="11344" h="10717" extrusionOk="0">
                  <a:moveTo>
                    <a:pt x="5661" y="10716"/>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6" name="Google Shape;206;p3"/>
            <p:cNvSpPr/>
            <p:nvPr/>
          </p:nvSpPr>
          <p:spPr>
            <a:xfrm>
              <a:off x="3658117" y="2284216"/>
              <a:ext cx="609221" cy="574940"/>
            </a:xfrm>
            <a:custGeom>
              <a:avLst/>
              <a:gdLst/>
              <a:ahLst/>
              <a:cxnLst/>
              <a:rect l="l" t="t" r="r" b="b"/>
              <a:pathLst>
                <a:path w="11356" h="10717" extrusionOk="0">
                  <a:moveTo>
                    <a:pt x="5684" y="10716"/>
                  </a:moveTo>
                  <a:lnTo>
                    <a:pt x="0" y="5352"/>
                  </a:lnTo>
                  <a:lnTo>
                    <a:pt x="5684"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7" name="Google Shape;207;p3"/>
            <p:cNvSpPr/>
            <p:nvPr/>
          </p:nvSpPr>
          <p:spPr>
            <a:xfrm>
              <a:off x="4267875" y="2284216"/>
              <a:ext cx="609221" cy="574940"/>
            </a:xfrm>
            <a:custGeom>
              <a:avLst/>
              <a:gdLst/>
              <a:ahLst/>
              <a:cxnLst/>
              <a:rect l="l" t="t" r="r" b="b"/>
              <a:pathLst>
                <a:path w="11356" h="10717" extrusionOk="0">
                  <a:moveTo>
                    <a:pt x="5684" y="10716"/>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8" name="Google Shape;208;p3"/>
            <p:cNvSpPr/>
            <p:nvPr/>
          </p:nvSpPr>
          <p:spPr>
            <a:xfrm>
              <a:off x="4878276" y="2284216"/>
              <a:ext cx="609221" cy="574940"/>
            </a:xfrm>
            <a:custGeom>
              <a:avLst/>
              <a:gdLst/>
              <a:ahLst/>
              <a:cxnLst/>
              <a:rect l="l" t="t" r="r" b="b"/>
              <a:pathLst>
                <a:path w="11356" h="10717" extrusionOk="0">
                  <a:moveTo>
                    <a:pt x="5673" y="10716"/>
                  </a:moveTo>
                  <a:lnTo>
                    <a:pt x="1" y="5352"/>
                  </a:lnTo>
                  <a:lnTo>
                    <a:pt x="5673"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9" name="Google Shape;209;p3"/>
            <p:cNvSpPr/>
            <p:nvPr/>
          </p:nvSpPr>
          <p:spPr>
            <a:xfrm>
              <a:off x="5488087" y="2284216"/>
              <a:ext cx="608631" cy="574940"/>
            </a:xfrm>
            <a:custGeom>
              <a:avLst/>
              <a:gdLst/>
              <a:ahLst/>
              <a:cxnLst/>
              <a:rect l="l" t="t" r="r" b="b"/>
              <a:pathLst>
                <a:path w="11345" h="10717" extrusionOk="0">
                  <a:moveTo>
                    <a:pt x="5672" y="10716"/>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10" name="Google Shape;210;p3"/>
            <p:cNvSpPr/>
            <p:nvPr/>
          </p:nvSpPr>
          <p:spPr>
            <a:xfrm>
              <a:off x="6097845" y="2284216"/>
              <a:ext cx="608631" cy="574940"/>
            </a:xfrm>
            <a:custGeom>
              <a:avLst/>
              <a:gdLst/>
              <a:ahLst/>
              <a:cxnLst/>
              <a:rect l="l" t="t" r="r" b="b"/>
              <a:pathLst>
                <a:path w="11345" h="10717" extrusionOk="0">
                  <a:moveTo>
                    <a:pt x="5661" y="10716"/>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11" name="Google Shape;211;p3"/>
            <p:cNvSpPr/>
            <p:nvPr/>
          </p:nvSpPr>
          <p:spPr>
            <a:xfrm>
              <a:off x="6707066" y="2284216"/>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12" name="Google Shape;212;p3"/>
            <p:cNvSpPr/>
            <p:nvPr/>
          </p:nvSpPr>
          <p:spPr>
            <a:xfrm>
              <a:off x="2" y="2856045"/>
              <a:ext cx="608631" cy="573706"/>
            </a:xfrm>
            <a:custGeom>
              <a:avLst/>
              <a:gdLst/>
              <a:ahLst/>
              <a:cxnLst/>
              <a:rect l="l" t="t" r="r" b="b"/>
              <a:pathLst>
                <a:path w="11345" h="10694" extrusionOk="0">
                  <a:moveTo>
                    <a:pt x="5661" y="10693"/>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13" name="Google Shape;213;p3"/>
            <p:cNvSpPr/>
            <p:nvPr/>
          </p:nvSpPr>
          <p:spPr>
            <a:xfrm>
              <a:off x="609169" y="2856045"/>
              <a:ext cx="609221" cy="573706"/>
            </a:xfrm>
            <a:custGeom>
              <a:avLst/>
              <a:gdLst/>
              <a:ahLst/>
              <a:cxnLst/>
              <a:rect l="l" t="t" r="r" b="b"/>
              <a:pathLst>
                <a:path w="11356" h="10694" extrusionOk="0">
                  <a:moveTo>
                    <a:pt x="5684" y="10693"/>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14" name="Google Shape;214;p3"/>
            <p:cNvSpPr/>
            <p:nvPr/>
          </p:nvSpPr>
          <p:spPr>
            <a:xfrm>
              <a:off x="1218980" y="2856045"/>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15" name="Google Shape;215;p3"/>
            <p:cNvSpPr/>
            <p:nvPr/>
          </p:nvSpPr>
          <p:spPr>
            <a:xfrm>
              <a:off x="1828738" y="2856045"/>
              <a:ext cx="608631" cy="573706"/>
            </a:xfrm>
            <a:custGeom>
              <a:avLst/>
              <a:gdLst/>
              <a:ahLst/>
              <a:cxnLst/>
              <a:rect l="l" t="t" r="r" b="b"/>
              <a:pathLst>
                <a:path w="11345" h="10694" extrusionOk="0">
                  <a:moveTo>
                    <a:pt x="5684" y="10693"/>
                  </a:moveTo>
                  <a:lnTo>
                    <a:pt x="1" y="5341"/>
                  </a:lnTo>
                  <a:lnTo>
                    <a:pt x="5684"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16" name="Google Shape;216;p3"/>
            <p:cNvSpPr/>
            <p:nvPr/>
          </p:nvSpPr>
          <p:spPr>
            <a:xfrm>
              <a:off x="2439139" y="2856045"/>
              <a:ext cx="608631" cy="573706"/>
            </a:xfrm>
            <a:custGeom>
              <a:avLst/>
              <a:gdLst/>
              <a:ahLst/>
              <a:cxnLst/>
              <a:rect l="l" t="t" r="r" b="b"/>
              <a:pathLst>
                <a:path w="11345" h="10694" extrusionOk="0">
                  <a:moveTo>
                    <a:pt x="5672" y="10693"/>
                  </a:moveTo>
                  <a:lnTo>
                    <a:pt x="1"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17" name="Google Shape;217;p3"/>
            <p:cNvSpPr/>
            <p:nvPr/>
          </p:nvSpPr>
          <p:spPr>
            <a:xfrm>
              <a:off x="3048950" y="2856045"/>
              <a:ext cx="608577" cy="573706"/>
            </a:xfrm>
            <a:custGeom>
              <a:avLst/>
              <a:gdLst/>
              <a:ahLst/>
              <a:cxnLst/>
              <a:rect l="l" t="t" r="r" b="b"/>
              <a:pathLst>
                <a:path w="11344" h="10694" extrusionOk="0">
                  <a:moveTo>
                    <a:pt x="5661" y="10693"/>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18" name="Google Shape;218;p3"/>
            <p:cNvSpPr/>
            <p:nvPr/>
          </p:nvSpPr>
          <p:spPr>
            <a:xfrm>
              <a:off x="3658117" y="2856045"/>
              <a:ext cx="609221" cy="573706"/>
            </a:xfrm>
            <a:custGeom>
              <a:avLst/>
              <a:gdLst/>
              <a:ahLst/>
              <a:cxnLst/>
              <a:rect l="l" t="t" r="r" b="b"/>
              <a:pathLst>
                <a:path w="11356" h="10694" extrusionOk="0">
                  <a:moveTo>
                    <a:pt x="5684" y="10693"/>
                  </a:moveTo>
                  <a:lnTo>
                    <a:pt x="0" y="5341"/>
                  </a:lnTo>
                  <a:lnTo>
                    <a:pt x="5684"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19" name="Google Shape;219;p3"/>
            <p:cNvSpPr/>
            <p:nvPr/>
          </p:nvSpPr>
          <p:spPr>
            <a:xfrm>
              <a:off x="4267875" y="2856045"/>
              <a:ext cx="609221" cy="573706"/>
            </a:xfrm>
            <a:custGeom>
              <a:avLst/>
              <a:gdLst/>
              <a:ahLst/>
              <a:cxnLst/>
              <a:rect l="l" t="t" r="r" b="b"/>
              <a:pathLst>
                <a:path w="11356" h="10694" extrusionOk="0">
                  <a:moveTo>
                    <a:pt x="5684" y="10693"/>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20" name="Google Shape;220;p3"/>
            <p:cNvSpPr/>
            <p:nvPr/>
          </p:nvSpPr>
          <p:spPr>
            <a:xfrm>
              <a:off x="4878276" y="2856045"/>
              <a:ext cx="609221" cy="573706"/>
            </a:xfrm>
            <a:custGeom>
              <a:avLst/>
              <a:gdLst/>
              <a:ahLst/>
              <a:cxnLst/>
              <a:rect l="l" t="t" r="r" b="b"/>
              <a:pathLst>
                <a:path w="11356" h="10694" extrusionOk="0">
                  <a:moveTo>
                    <a:pt x="5673" y="10693"/>
                  </a:moveTo>
                  <a:lnTo>
                    <a:pt x="1" y="5341"/>
                  </a:lnTo>
                  <a:lnTo>
                    <a:pt x="5673"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21" name="Google Shape;221;p3"/>
            <p:cNvSpPr/>
            <p:nvPr/>
          </p:nvSpPr>
          <p:spPr>
            <a:xfrm>
              <a:off x="5488087" y="2856045"/>
              <a:ext cx="608631" cy="573706"/>
            </a:xfrm>
            <a:custGeom>
              <a:avLst/>
              <a:gdLst/>
              <a:ahLst/>
              <a:cxnLst/>
              <a:rect l="l" t="t" r="r" b="b"/>
              <a:pathLst>
                <a:path w="11345" h="10694" extrusionOk="0">
                  <a:moveTo>
                    <a:pt x="5672" y="10693"/>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22" name="Google Shape;222;p3"/>
            <p:cNvSpPr/>
            <p:nvPr/>
          </p:nvSpPr>
          <p:spPr>
            <a:xfrm>
              <a:off x="6097845" y="2856045"/>
              <a:ext cx="608631" cy="573706"/>
            </a:xfrm>
            <a:custGeom>
              <a:avLst/>
              <a:gdLst/>
              <a:ahLst/>
              <a:cxnLst/>
              <a:rect l="l" t="t" r="r" b="b"/>
              <a:pathLst>
                <a:path w="11345" h="10694" extrusionOk="0">
                  <a:moveTo>
                    <a:pt x="5661" y="10693"/>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23" name="Google Shape;223;p3"/>
            <p:cNvSpPr/>
            <p:nvPr/>
          </p:nvSpPr>
          <p:spPr>
            <a:xfrm>
              <a:off x="6707066" y="2856045"/>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24" name="Google Shape;224;p3"/>
            <p:cNvSpPr/>
            <p:nvPr/>
          </p:nvSpPr>
          <p:spPr>
            <a:xfrm>
              <a:off x="2" y="3426639"/>
              <a:ext cx="608631" cy="574296"/>
            </a:xfrm>
            <a:custGeom>
              <a:avLst/>
              <a:gdLst/>
              <a:ahLst/>
              <a:cxnLst/>
              <a:rect l="l" t="t" r="r" b="b"/>
              <a:pathLst>
                <a:path w="11345" h="10705" extrusionOk="0">
                  <a:moveTo>
                    <a:pt x="5661" y="10705"/>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25" name="Google Shape;225;p3"/>
            <p:cNvSpPr/>
            <p:nvPr/>
          </p:nvSpPr>
          <p:spPr>
            <a:xfrm>
              <a:off x="609169" y="3426639"/>
              <a:ext cx="609221" cy="574296"/>
            </a:xfrm>
            <a:custGeom>
              <a:avLst/>
              <a:gdLst/>
              <a:ahLst/>
              <a:cxnLst/>
              <a:rect l="l" t="t" r="r" b="b"/>
              <a:pathLst>
                <a:path w="11356" h="10705" extrusionOk="0">
                  <a:moveTo>
                    <a:pt x="5684" y="10705"/>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26" name="Google Shape;226;p3"/>
            <p:cNvSpPr/>
            <p:nvPr/>
          </p:nvSpPr>
          <p:spPr>
            <a:xfrm>
              <a:off x="1218980" y="3426639"/>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27" name="Google Shape;227;p3"/>
            <p:cNvSpPr/>
            <p:nvPr/>
          </p:nvSpPr>
          <p:spPr>
            <a:xfrm>
              <a:off x="1828738" y="3426639"/>
              <a:ext cx="608631" cy="574296"/>
            </a:xfrm>
            <a:custGeom>
              <a:avLst/>
              <a:gdLst/>
              <a:ahLst/>
              <a:cxnLst/>
              <a:rect l="l" t="t" r="r" b="b"/>
              <a:pathLst>
                <a:path w="11345" h="10705" extrusionOk="0">
                  <a:moveTo>
                    <a:pt x="5684" y="10705"/>
                  </a:moveTo>
                  <a:lnTo>
                    <a:pt x="1" y="5352"/>
                  </a:lnTo>
                  <a:lnTo>
                    <a:pt x="5684"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28" name="Google Shape;228;p3"/>
            <p:cNvSpPr/>
            <p:nvPr/>
          </p:nvSpPr>
          <p:spPr>
            <a:xfrm>
              <a:off x="2439139" y="3426639"/>
              <a:ext cx="608631" cy="574296"/>
            </a:xfrm>
            <a:custGeom>
              <a:avLst/>
              <a:gdLst/>
              <a:ahLst/>
              <a:cxnLst/>
              <a:rect l="l" t="t" r="r" b="b"/>
              <a:pathLst>
                <a:path w="11345" h="10705" extrusionOk="0">
                  <a:moveTo>
                    <a:pt x="5672" y="10705"/>
                  </a:moveTo>
                  <a:lnTo>
                    <a:pt x="1"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29" name="Google Shape;229;p3"/>
            <p:cNvSpPr/>
            <p:nvPr/>
          </p:nvSpPr>
          <p:spPr>
            <a:xfrm>
              <a:off x="3048950" y="3426639"/>
              <a:ext cx="608577" cy="574296"/>
            </a:xfrm>
            <a:custGeom>
              <a:avLst/>
              <a:gdLst/>
              <a:ahLst/>
              <a:cxnLst/>
              <a:rect l="l" t="t" r="r" b="b"/>
              <a:pathLst>
                <a:path w="11344" h="10705" extrusionOk="0">
                  <a:moveTo>
                    <a:pt x="5661" y="10705"/>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30" name="Google Shape;230;p3"/>
            <p:cNvSpPr/>
            <p:nvPr/>
          </p:nvSpPr>
          <p:spPr>
            <a:xfrm>
              <a:off x="3658117" y="3426639"/>
              <a:ext cx="609221" cy="574296"/>
            </a:xfrm>
            <a:custGeom>
              <a:avLst/>
              <a:gdLst/>
              <a:ahLst/>
              <a:cxnLst/>
              <a:rect l="l" t="t" r="r" b="b"/>
              <a:pathLst>
                <a:path w="11356" h="10705" extrusionOk="0">
                  <a:moveTo>
                    <a:pt x="5684" y="10705"/>
                  </a:moveTo>
                  <a:lnTo>
                    <a:pt x="0" y="5352"/>
                  </a:lnTo>
                  <a:lnTo>
                    <a:pt x="5684"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31" name="Google Shape;231;p3"/>
            <p:cNvSpPr/>
            <p:nvPr/>
          </p:nvSpPr>
          <p:spPr>
            <a:xfrm>
              <a:off x="4267875" y="3426639"/>
              <a:ext cx="609221" cy="574296"/>
            </a:xfrm>
            <a:custGeom>
              <a:avLst/>
              <a:gdLst/>
              <a:ahLst/>
              <a:cxnLst/>
              <a:rect l="l" t="t" r="r" b="b"/>
              <a:pathLst>
                <a:path w="11356" h="10705" extrusionOk="0">
                  <a:moveTo>
                    <a:pt x="5684" y="10705"/>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32" name="Google Shape;232;p3"/>
            <p:cNvSpPr/>
            <p:nvPr/>
          </p:nvSpPr>
          <p:spPr>
            <a:xfrm>
              <a:off x="4878276" y="3426639"/>
              <a:ext cx="609221" cy="574296"/>
            </a:xfrm>
            <a:custGeom>
              <a:avLst/>
              <a:gdLst/>
              <a:ahLst/>
              <a:cxnLst/>
              <a:rect l="l" t="t" r="r" b="b"/>
              <a:pathLst>
                <a:path w="11356" h="10705" extrusionOk="0">
                  <a:moveTo>
                    <a:pt x="5673" y="10705"/>
                  </a:moveTo>
                  <a:lnTo>
                    <a:pt x="1" y="5352"/>
                  </a:lnTo>
                  <a:lnTo>
                    <a:pt x="5673"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33" name="Google Shape;233;p3"/>
            <p:cNvSpPr/>
            <p:nvPr/>
          </p:nvSpPr>
          <p:spPr>
            <a:xfrm>
              <a:off x="5488087" y="3426639"/>
              <a:ext cx="608631" cy="574296"/>
            </a:xfrm>
            <a:custGeom>
              <a:avLst/>
              <a:gdLst/>
              <a:ahLst/>
              <a:cxnLst/>
              <a:rect l="l" t="t" r="r" b="b"/>
              <a:pathLst>
                <a:path w="11345" h="10705" extrusionOk="0">
                  <a:moveTo>
                    <a:pt x="5672" y="10705"/>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34" name="Google Shape;234;p3"/>
            <p:cNvSpPr/>
            <p:nvPr/>
          </p:nvSpPr>
          <p:spPr>
            <a:xfrm>
              <a:off x="6097845" y="3426639"/>
              <a:ext cx="608631" cy="574296"/>
            </a:xfrm>
            <a:custGeom>
              <a:avLst/>
              <a:gdLst/>
              <a:ahLst/>
              <a:cxnLst/>
              <a:rect l="l" t="t" r="r" b="b"/>
              <a:pathLst>
                <a:path w="11345" h="10705" extrusionOk="0">
                  <a:moveTo>
                    <a:pt x="5661" y="10705"/>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35" name="Google Shape;235;p3"/>
            <p:cNvSpPr/>
            <p:nvPr/>
          </p:nvSpPr>
          <p:spPr>
            <a:xfrm>
              <a:off x="6707066" y="3426639"/>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36" name="Google Shape;236;p3"/>
            <p:cNvSpPr/>
            <p:nvPr/>
          </p:nvSpPr>
          <p:spPr>
            <a:xfrm>
              <a:off x="2" y="3997824"/>
              <a:ext cx="608631" cy="573706"/>
            </a:xfrm>
            <a:custGeom>
              <a:avLst/>
              <a:gdLst/>
              <a:ahLst/>
              <a:cxnLst/>
              <a:rect l="l" t="t" r="r" b="b"/>
              <a:pathLst>
                <a:path w="11345" h="10694" extrusionOk="0">
                  <a:moveTo>
                    <a:pt x="5661" y="10694"/>
                  </a:moveTo>
                  <a:lnTo>
                    <a:pt x="0" y="5342"/>
                  </a:lnTo>
                  <a:lnTo>
                    <a:pt x="5661"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37" name="Google Shape;237;p3"/>
            <p:cNvSpPr/>
            <p:nvPr/>
          </p:nvSpPr>
          <p:spPr>
            <a:xfrm>
              <a:off x="609169" y="3997824"/>
              <a:ext cx="609221" cy="573706"/>
            </a:xfrm>
            <a:custGeom>
              <a:avLst/>
              <a:gdLst/>
              <a:ahLst/>
              <a:cxnLst/>
              <a:rect l="l" t="t" r="r" b="b"/>
              <a:pathLst>
                <a:path w="11356" h="10694" extrusionOk="0">
                  <a:moveTo>
                    <a:pt x="5684" y="10694"/>
                  </a:moveTo>
                  <a:lnTo>
                    <a:pt x="1" y="5342"/>
                  </a:lnTo>
                  <a:lnTo>
                    <a:pt x="5684"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38" name="Google Shape;238;p3"/>
            <p:cNvSpPr/>
            <p:nvPr/>
          </p:nvSpPr>
          <p:spPr>
            <a:xfrm>
              <a:off x="1218980" y="3997824"/>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39" name="Google Shape;239;p3"/>
            <p:cNvSpPr/>
            <p:nvPr/>
          </p:nvSpPr>
          <p:spPr>
            <a:xfrm>
              <a:off x="1828738" y="3997824"/>
              <a:ext cx="608631" cy="573706"/>
            </a:xfrm>
            <a:custGeom>
              <a:avLst/>
              <a:gdLst/>
              <a:ahLst/>
              <a:cxnLst/>
              <a:rect l="l" t="t" r="r" b="b"/>
              <a:pathLst>
                <a:path w="11345" h="10694" extrusionOk="0">
                  <a:moveTo>
                    <a:pt x="5684" y="10694"/>
                  </a:moveTo>
                  <a:lnTo>
                    <a:pt x="1" y="5342"/>
                  </a:lnTo>
                  <a:lnTo>
                    <a:pt x="5684"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0" name="Google Shape;240;p3"/>
            <p:cNvSpPr/>
            <p:nvPr/>
          </p:nvSpPr>
          <p:spPr>
            <a:xfrm>
              <a:off x="2439139" y="3997824"/>
              <a:ext cx="608631" cy="573706"/>
            </a:xfrm>
            <a:custGeom>
              <a:avLst/>
              <a:gdLst/>
              <a:ahLst/>
              <a:cxnLst/>
              <a:rect l="l" t="t" r="r" b="b"/>
              <a:pathLst>
                <a:path w="11345" h="10694" extrusionOk="0">
                  <a:moveTo>
                    <a:pt x="5672" y="10694"/>
                  </a:moveTo>
                  <a:lnTo>
                    <a:pt x="1"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1" name="Google Shape;241;p3"/>
            <p:cNvSpPr/>
            <p:nvPr/>
          </p:nvSpPr>
          <p:spPr>
            <a:xfrm>
              <a:off x="3048950" y="3997824"/>
              <a:ext cx="608577" cy="573706"/>
            </a:xfrm>
            <a:custGeom>
              <a:avLst/>
              <a:gdLst/>
              <a:ahLst/>
              <a:cxnLst/>
              <a:rect l="l" t="t" r="r" b="b"/>
              <a:pathLst>
                <a:path w="11344" h="10694" extrusionOk="0">
                  <a:moveTo>
                    <a:pt x="5661" y="10694"/>
                  </a:moveTo>
                  <a:lnTo>
                    <a:pt x="0" y="5342"/>
                  </a:lnTo>
                  <a:lnTo>
                    <a:pt x="5661"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2" name="Google Shape;242;p3"/>
            <p:cNvSpPr/>
            <p:nvPr/>
          </p:nvSpPr>
          <p:spPr>
            <a:xfrm>
              <a:off x="3658117" y="3997824"/>
              <a:ext cx="609221" cy="573706"/>
            </a:xfrm>
            <a:custGeom>
              <a:avLst/>
              <a:gdLst/>
              <a:ahLst/>
              <a:cxnLst/>
              <a:rect l="l" t="t" r="r" b="b"/>
              <a:pathLst>
                <a:path w="11356" h="10694" extrusionOk="0">
                  <a:moveTo>
                    <a:pt x="5684" y="10694"/>
                  </a:moveTo>
                  <a:lnTo>
                    <a:pt x="0" y="5342"/>
                  </a:lnTo>
                  <a:lnTo>
                    <a:pt x="5684"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3" name="Google Shape;243;p3"/>
            <p:cNvSpPr/>
            <p:nvPr/>
          </p:nvSpPr>
          <p:spPr>
            <a:xfrm>
              <a:off x="4267875" y="3997824"/>
              <a:ext cx="609221" cy="573706"/>
            </a:xfrm>
            <a:custGeom>
              <a:avLst/>
              <a:gdLst/>
              <a:ahLst/>
              <a:cxnLst/>
              <a:rect l="l" t="t" r="r" b="b"/>
              <a:pathLst>
                <a:path w="11356" h="10694" extrusionOk="0">
                  <a:moveTo>
                    <a:pt x="5684" y="10694"/>
                  </a:moveTo>
                  <a:lnTo>
                    <a:pt x="1" y="5342"/>
                  </a:lnTo>
                  <a:lnTo>
                    <a:pt x="5684"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4" name="Google Shape;244;p3"/>
            <p:cNvSpPr/>
            <p:nvPr/>
          </p:nvSpPr>
          <p:spPr>
            <a:xfrm>
              <a:off x="4878276" y="3997824"/>
              <a:ext cx="609221" cy="573706"/>
            </a:xfrm>
            <a:custGeom>
              <a:avLst/>
              <a:gdLst/>
              <a:ahLst/>
              <a:cxnLst/>
              <a:rect l="l" t="t" r="r" b="b"/>
              <a:pathLst>
                <a:path w="11356" h="10694" extrusionOk="0">
                  <a:moveTo>
                    <a:pt x="5673" y="10694"/>
                  </a:moveTo>
                  <a:lnTo>
                    <a:pt x="1" y="5342"/>
                  </a:lnTo>
                  <a:lnTo>
                    <a:pt x="5673"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5" name="Google Shape;245;p3"/>
            <p:cNvSpPr/>
            <p:nvPr/>
          </p:nvSpPr>
          <p:spPr>
            <a:xfrm>
              <a:off x="5488087" y="3997824"/>
              <a:ext cx="608631" cy="573706"/>
            </a:xfrm>
            <a:custGeom>
              <a:avLst/>
              <a:gdLst/>
              <a:ahLst/>
              <a:cxnLst/>
              <a:rect l="l" t="t" r="r" b="b"/>
              <a:pathLst>
                <a:path w="11345" h="10694" extrusionOk="0">
                  <a:moveTo>
                    <a:pt x="5672" y="10694"/>
                  </a:moveTo>
                  <a:lnTo>
                    <a:pt x="0"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6" name="Google Shape;246;p3"/>
            <p:cNvSpPr/>
            <p:nvPr/>
          </p:nvSpPr>
          <p:spPr>
            <a:xfrm>
              <a:off x="6097845" y="3997824"/>
              <a:ext cx="608631" cy="573706"/>
            </a:xfrm>
            <a:custGeom>
              <a:avLst/>
              <a:gdLst/>
              <a:ahLst/>
              <a:cxnLst/>
              <a:rect l="l" t="t" r="r" b="b"/>
              <a:pathLst>
                <a:path w="11345" h="10694" extrusionOk="0">
                  <a:moveTo>
                    <a:pt x="5661" y="10694"/>
                  </a:moveTo>
                  <a:lnTo>
                    <a:pt x="1" y="5342"/>
                  </a:lnTo>
                  <a:lnTo>
                    <a:pt x="5661" y="1"/>
                  </a:lnTo>
                  <a:lnTo>
                    <a:pt x="1134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7" name="Google Shape;247;p3"/>
            <p:cNvSpPr/>
            <p:nvPr/>
          </p:nvSpPr>
          <p:spPr>
            <a:xfrm>
              <a:off x="6707066" y="3997824"/>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8" name="Google Shape;248;p3"/>
            <p:cNvSpPr/>
            <p:nvPr/>
          </p:nvSpPr>
          <p:spPr>
            <a:xfrm>
              <a:off x="2" y="4568419"/>
              <a:ext cx="608631" cy="574940"/>
            </a:xfrm>
            <a:custGeom>
              <a:avLst/>
              <a:gdLst/>
              <a:ahLst/>
              <a:cxnLst/>
              <a:rect l="l" t="t" r="r" b="b"/>
              <a:pathLst>
                <a:path w="11345" h="10717" extrusionOk="0">
                  <a:moveTo>
                    <a:pt x="5661" y="10717"/>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9" name="Google Shape;249;p3"/>
            <p:cNvSpPr/>
            <p:nvPr/>
          </p:nvSpPr>
          <p:spPr>
            <a:xfrm>
              <a:off x="609169" y="4568419"/>
              <a:ext cx="609221" cy="574940"/>
            </a:xfrm>
            <a:custGeom>
              <a:avLst/>
              <a:gdLst/>
              <a:ahLst/>
              <a:cxnLst/>
              <a:rect l="l" t="t" r="r" b="b"/>
              <a:pathLst>
                <a:path w="11356" h="10717" extrusionOk="0">
                  <a:moveTo>
                    <a:pt x="5684" y="10717"/>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0" name="Google Shape;250;p3"/>
            <p:cNvSpPr/>
            <p:nvPr/>
          </p:nvSpPr>
          <p:spPr>
            <a:xfrm>
              <a:off x="1218980" y="4568419"/>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1" name="Google Shape;251;p3"/>
            <p:cNvSpPr/>
            <p:nvPr/>
          </p:nvSpPr>
          <p:spPr>
            <a:xfrm>
              <a:off x="1828738" y="4568419"/>
              <a:ext cx="608631" cy="574940"/>
            </a:xfrm>
            <a:custGeom>
              <a:avLst/>
              <a:gdLst/>
              <a:ahLst/>
              <a:cxnLst/>
              <a:rect l="l" t="t" r="r" b="b"/>
              <a:pathLst>
                <a:path w="11345" h="10717" extrusionOk="0">
                  <a:moveTo>
                    <a:pt x="5684" y="10717"/>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2" name="Google Shape;252;p3"/>
            <p:cNvSpPr/>
            <p:nvPr/>
          </p:nvSpPr>
          <p:spPr>
            <a:xfrm>
              <a:off x="2439139" y="4568419"/>
              <a:ext cx="608631" cy="574940"/>
            </a:xfrm>
            <a:custGeom>
              <a:avLst/>
              <a:gdLst/>
              <a:ahLst/>
              <a:cxnLst/>
              <a:rect l="l" t="t" r="r" b="b"/>
              <a:pathLst>
                <a:path w="11345" h="10717" extrusionOk="0">
                  <a:moveTo>
                    <a:pt x="5672" y="10717"/>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3" name="Google Shape;253;p3"/>
            <p:cNvSpPr/>
            <p:nvPr/>
          </p:nvSpPr>
          <p:spPr>
            <a:xfrm>
              <a:off x="3048950" y="4568419"/>
              <a:ext cx="608577" cy="574940"/>
            </a:xfrm>
            <a:custGeom>
              <a:avLst/>
              <a:gdLst/>
              <a:ahLst/>
              <a:cxnLst/>
              <a:rect l="l" t="t" r="r" b="b"/>
              <a:pathLst>
                <a:path w="11344" h="10717" extrusionOk="0">
                  <a:moveTo>
                    <a:pt x="5661" y="10717"/>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4" name="Google Shape;254;p3"/>
            <p:cNvSpPr/>
            <p:nvPr/>
          </p:nvSpPr>
          <p:spPr>
            <a:xfrm>
              <a:off x="3658117" y="4568419"/>
              <a:ext cx="609221" cy="574940"/>
            </a:xfrm>
            <a:custGeom>
              <a:avLst/>
              <a:gdLst/>
              <a:ahLst/>
              <a:cxnLst/>
              <a:rect l="l" t="t" r="r" b="b"/>
              <a:pathLst>
                <a:path w="11356" h="10717" extrusionOk="0">
                  <a:moveTo>
                    <a:pt x="5684" y="10717"/>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5" name="Google Shape;255;p3"/>
            <p:cNvSpPr/>
            <p:nvPr/>
          </p:nvSpPr>
          <p:spPr>
            <a:xfrm>
              <a:off x="4267875" y="4568419"/>
              <a:ext cx="609221" cy="574940"/>
            </a:xfrm>
            <a:custGeom>
              <a:avLst/>
              <a:gdLst/>
              <a:ahLst/>
              <a:cxnLst/>
              <a:rect l="l" t="t" r="r" b="b"/>
              <a:pathLst>
                <a:path w="11356" h="10717" extrusionOk="0">
                  <a:moveTo>
                    <a:pt x="5684" y="10717"/>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6" name="Google Shape;256;p3"/>
            <p:cNvSpPr/>
            <p:nvPr/>
          </p:nvSpPr>
          <p:spPr>
            <a:xfrm>
              <a:off x="4878276" y="4568419"/>
              <a:ext cx="609221" cy="574940"/>
            </a:xfrm>
            <a:custGeom>
              <a:avLst/>
              <a:gdLst/>
              <a:ahLst/>
              <a:cxnLst/>
              <a:rect l="l" t="t" r="r" b="b"/>
              <a:pathLst>
                <a:path w="11356" h="10717" extrusionOk="0">
                  <a:moveTo>
                    <a:pt x="5673" y="10717"/>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7" name="Google Shape;257;p3"/>
            <p:cNvSpPr/>
            <p:nvPr/>
          </p:nvSpPr>
          <p:spPr>
            <a:xfrm>
              <a:off x="5488087" y="4568419"/>
              <a:ext cx="608631" cy="574940"/>
            </a:xfrm>
            <a:custGeom>
              <a:avLst/>
              <a:gdLst/>
              <a:ahLst/>
              <a:cxnLst/>
              <a:rect l="l" t="t" r="r" b="b"/>
              <a:pathLst>
                <a:path w="11345" h="10717" extrusionOk="0">
                  <a:moveTo>
                    <a:pt x="5672" y="10717"/>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8" name="Google Shape;258;p3"/>
            <p:cNvSpPr/>
            <p:nvPr/>
          </p:nvSpPr>
          <p:spPr>
            <a:xfrm>
              <a:off x="6097845" y="4568419"/>
              <a:ext cx="608631" cy="574940"/>
            </a:xfrm>
            <a:custGeom>
              <a:avLst/>
              <a:gdLst/>
              <a:ahLst/>
              <a:cxnLst/>
              <a:rect l="l" t="t" r="r" b="b"/>
              <a:pathLst>
                <a:path w="11345" h="10717" extrusionOk="0">
                  <a:moveTo>
                    <a:pt x="5661" y="10717"/>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9" name="Google Shape;259;p3"/>
            <p:cNvSpPr/>
            <p:nvPr/>
          </p:nvSpPr>
          <p:spPr>
            <a:xfrm>
              <a:off x="6707066" y="4568419"/>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0" name="Google Shape;260;p3"/>
            <p:cNvSpPr/>
            <p:nvPr/>
          </p:nvSpPr>
          <p:spPr>
            <a:xfrm>
              <a:off x="7315512" y="-16"/>
              <a:ext cx="608631" cy="574350"/>
            </a:xfrm>
            <a:custGeom>
              <a:avLst/>
              <a:gdLst/>
              <a:ahLst/>
              <a:cxnLst/>
              <a:rect l="l" t="t" r="r" b="b"/>
              <a:pathLst>
                <a:path w="11345" h="10706" extrusionOk="0">
                  <a:moveTo>
                    <a:pt x="5672" y="10705"/>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1" name="Google Shape;261;p3"/>
            <p:cNvSpPr/>
            <p:nvPr/>
          </p:nvSpPr>
          <p:spPr>
            <a:xfrm>
              <a:off x="7925270" y="-16"/>
              <a:ext cx="608631" cy="574350"/>
            </a:xfrm>
            <a:custGeom>
              <a:avLst/>
              <a:gdLst/>
              <a:ahLst/>
              <a:cxnLst/>
              <a:rect l="l" t="t" r="r" b="b"/>
              <a:pathLst>
                <a:path w="11345" h="10706" extrusionOk="0">
                  <a:moveTo>
                    <a:pt x="5661" y="10705"/>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2" name="Google Shape;262;p3"/>
            <p:cNvSpPr/>
            <p:nvPr/>
          </p:nvSpPr>
          <p:spPr>
            <a:xfrm>
              <a:off x="8534491" y="-16"/>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3" name="Google Shape;263;p3"/>
            <p:cNvSpPr/>
            <p:nvPr/>
          </p:nvSpPr>
          <p:spPr>
            <a:xfrm>
              <a:off x="7315512" y="571169"/>
              <a:ext cx="608631" cy="574350"/>
            </a:xfrm>
            <a:custGeom>
              <a:avLst/>
              <a:gdLst/>
              <a:ahLst/>
              <a:cxnLst/>
              <a:rect l="l" t="t" r="r" b="b"/>
              <a:pathLst>
                <a:path w="11345" h="10706" extrusionOk="0">
                  <a:moveTo>
                    <a:pt x="5672" y="10706"/>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4" name="Google Shape;264;p3"/>
            <p:cNvSpPr/>
            <p:nvPr/>
          </p:nvSpPr>
          <p:spPr>
            <a:xfrm>
              <a:off x="7925270" y="571169"/>
              <a:ext cx="608631" cy="574350"/>
            </a:xfrm>
            <a:custGeom>
              <a:avLst/>
              <a:gdLst/>
              <a:ahLst/>
              <a:cxnLst/>
              <a:rect l="l" t="t" r="r" b="b"/>
              <a:pathLst>
                <a:path w="11345" h="10706" extrusionOk="0">
                  <a:moveTo>
                    <a:pt x="5661" y="10706"/>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5" name="Google Shape;265;p3"/>
            <p:cNvSpPr/>
            <p:nvPr/>
          </p:nvSpPr>
          <p:spPr>
            <a:xfrm>
              <a:off x="8534491" y="571169"/>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6" name="Google Shape;266;p3"/>
            <p:cNvSpPr/>
            <p:nvPr/>
          </p:nvSpPr>
          <p:spPr>
            <a:xfrm>
              <a:off x="7315512" y="1142407"/>
              <a:ext cx="608631" cy="573706"/>
            </a:xfrm>
            <a:custGeom>
              <a:avLst/>
              <a:gdLst/>
              <a:ahLst/>
              <a:cxnLst/>
              <a:rect l="l" t="t" r="r" b="b"/>
              <a:pathLst>
                <a:path w="11345" h="10694" extrusionOk="0">
                  <a:moveTo>
                    <a:pt x="5672" y="10694"/>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7" name="Google Shape;267;p3"/>
            <p:cNvSpPr/>
            <p:nvPr/>
          </p:nvSpPr>
          <p:spPr>
            <a:xfrm>
              <a:off x="7925270" y="1142407"/>
              <a:ext cx="608631" cy="573706"/>
            </a:xfrm>
            <a:custGeom>
              <a:avLst/>
              <a:gdLst/>
              <a:ahLst/>
              <a:cxnLst/>
              <a:rect l="l" t="t" r="r" b="b"/>
              <a:pathLst>
                <a:path w="11345" h="10694" extrusionOk="0">
                  <a:moveTo>
                    <a:pt x="5661" y="10694"/>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8" name="Google Shape;268;p3"/>
            <p:cNvSpPr/>
            <p:nvPr/>
          </p:nvSpPr>
          <p:spPr>
            <a:xfrm>
              <a:off x="8534491" y="1142407"/>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9" name="Google Shape;269;p3"/>
            <p:cNvSpPr/>
            <p:nvPr/>
          </p:nvSpPr>
          <p:spPr>
            <a:xfrm>
              <a:off x="7315512" y="1713002"/>
              <a:ext cx="608631" cy="574350"/>
            </a:xfrm>
            <a:custGeom>
              <a:avLst/>
              <a:gdLst/>
              <a:ahLst/>
              <a:cxnLst/>
              <a:rect l="l" t="t" r="r" b="b"/>
              <a:pathLst>
                <a:path w="11345" h="10706" extrusionOk="0">
                  <a:moveTo>
                    <a:pt x="5672" y="10705"/>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0" name="Google Shape;270;p3"/>
            <p:cNvSpPr/>
            <p:nvPr/>
          </p:nvSpPr>
          <p:spPr>
            <a:xfrm>
              <a:off x="7925270" y="1713002"/>
              <a:ext cx="608631" cy="574350"/>
            </a:xfrm>
            <a:custGeom>
              <a:avLst/>
              <a:gdLst/>
              <a:ahLst/>
              <a:cxnLst/>
              <a:rect l="l" t="t" r="r" b="b"/>
              <a:pathLst>
                <a:path w="11345" h="10706" extrusionOk="0">
                  <a:moveTo>
                    <a:pt x="5661" y="10705"/>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1" name="Google Shape;271;p3"/>
            <p:cNvSpPr/>
            <p:nvPr/>
          </p:nvSpPr>
          <p:spPr>
            <a:xfrm>
              <a:off x="8534491" y="1713002"/>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2" name="Google Shape;272;p3"/>
            <p:cNvSpPr/>
            <p:nvPr/>
          </p:nvSpPr>
          <p:spPr>
            <a:xfrm>
              <a:off x="7315512" y="2284241"/>
              <a:ext cx="608631" cy="574940"/>
            </a:xfrm>
            <a:custGeom>
              <a:avLst/>
              <a:gdLst/>
              <a:ahLst/>
              <a:cxnLst/>
              <a:rect l="l" t="t" r="r" b="b"/>
              <a:pathLst>
                <a:path w="11345" h="10717" extrusionOk="0">
                  <a:moveTo>
                    <a:pt x="5672" y="10716"/>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3" name="Google Shape;273;p3"/>
            <p:cNvSpPr/>
            <p:nvPr/>
          </p:nvSpPr>
          <p:spPr>
            <a:xfrm>
              <a:off x="7925270" y="2284241"/>
              <a:ext cx="608631" cy="574940"/>
            </a:xfrm>
            <a:custGeom>
              <a:avLst/>
              <a:gdLst/>
              <a:ahLst/>
              <a:cxnLst/>
              <a:rect l="l" t="t" r="r" b="b"/>
              <a:pathLst>
                <a:path w="11345" h="10717" extrusionOk="0">
                  <a:moveTo>
                    <a:pt x="5661" y="10716"/>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4" name="Google Shape;274;p3"/>
            <p:cNvSpPr/>
            <p:nvPr/>
          </p:nvSpPr>
          <p:spPr>
            <a:xfrm>
              <a:off x="8534491" y="2284241"/>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5" name="Google Shape;275;p3"/>
            <p:cNvSpPr/>
            <p:nvPr/>
          </p:nvSpPr>
          <p:spPr>
            <a:xfrm>
              <a:off x="7315512" y="2856070"/>
              <a:ext cx="608631" cy="573706"/>
            </a:xfrm>
            <a:custGeom>
              <a:avLst/>
              <a:gdLst/>
              <a:ahLst/>
              <a:cxnLst/>
              <a:rect l="l" t="t" r="r" b="b"/>
              <a:pathLst>
                <a:path w="11345" h="10694" extrusionOk="0">
                  <a:moveTo>
                    <a:pt x="5672" y="10693"/>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6" name="Google Shape;276;p3"/>
            <p:cNvSpPr/>
            <p:nvPr/>
          </p:nvSpPr>
          <p:spPr>
            <a:xfrm>
              <a:off x="7925270" y="2856070"/>
              <a:ext cx="608631" cy="573706"/>
            </a:xfrm>
            <a:custGeom>
              <a:avLst/>
              <a:gdLst/>
              <a:ahLst/>
              <a:cxnLst/>
              <a:rect l="l" t="t" r="r" b="b"/>
              <a:pathLst>
                <a:path w="11345" h="10694" extrusionOk="0">
                  <a:moveTo>
                    <a:pt x="5661" y="10693"/>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7" name="Google Shape;277;p3"/>
            <p:cNvSpPr/>
            <p:nvPr/>
          </p:nvSpPr>
          <p:spPr>
            <a:xfrm>
              <a:off x="8534491" y="2856070"/>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8" name="Google Shape;278;p3"/>
            <p:cNvSpPr/>
            <p:nvPr/>
          </p:nvSpPr>
          <p:spPr>
            <a:xfrm>
              <a:off x="7315512" y="3426664"/>
              <a:ext cx="608631" cy="574296"/>
            </a:xfrm>
            <a:custGeom>
              <a:avLst/>
              <a:gdLst/>
              <a:ahLst/>
              <a:cxnLst/>
              <a:rect l="l" t="t" r="r" b="b"/>
              <a:pathLst>
                <a:path w="11345" h="10705" extrusionOk="0">
                  <a:moveTo>
                    <a:pt x="5672" y="10705"/>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9" name="Google Shape;279;p3"/>
            <p:cNvSpPr/>
            <p:nvPr/>
          </p:nvSpPr>
          <p:spPr>
            <a:xfrm>
              <a:off x="7925270" y="3426664"/>
              <a:ext cx="608631" cy="574296"/>
            </a:xfrm>
            <a:custGeom>
              <a:avLst/>
              <a:gdLst/>
              <a:ahLst/>
              <a:cxnLst/>
              <a:rect l="l" t="t" r="r" b="b"/>
              <a:pathLst>
                <a:path w="11345" h="10705" extrusionOk="0">
                  <a:moveTo>
                    <a:pt x="5661" y="10705"/>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80" name="Google Shape;280;p3"/>
            <p:cNvSpPr/>
            <p:nvPr/>
          </p:nvSpPr>
          <p:spPr>
            <a:xfrm>
              <a:off x="8534491" y="3426664"/>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81" name="Google Shape;281;p3"/>
            <p:cNvSpPr/>
            <p:nvPr/>
          </p:nvSpPr>
          <p:spPr>
            <a:xfrm>
              <a:off x="7315512" y="3997849"/>
              <a:ext cx="608631" cy="573706"/>
            </a:xfrm>
            <a:custGeom>
              <a:avLst/>
              <a:gdLst/>
              <a:ahLst/>
              <a:cxnLst/>
              <a:rect l="l" t="t" r="r" b="b"/>
              <a:pathLst>
                <a:path w="11345" h="10694" extrusionOk="0">
                  <a:moveTo>
                    <a:pt x="5672" y="10694"/>
                  </a:moveTo>
                  <a:lnTo>
                    <a:pt x="0"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82" name="Google Shape;282;p3"/>
            <p:cNvSpPr/>
            <p:nvPr/>
          </p:nvSpPr>
          <p:spPr>
            <a:xfrm>
              <a:off x="7925270" y="3997849"/>
              <a:ext cx="608631" cy="573706"/>
            </a:xfrm>
            <a:custGeom>
              <a:avLst/>
              <a:gdLst/>
              <a:ahLst/>
              <a:cxnLst/>
              <a:rect l="l" t="t" r="r" b="b"/>
              <a:pathLst>
                <a:path w="11345" h="10694" extrusionOk="0">
                  <a:moveTo>
                    <a:pt x="5661" y="10694"/>
                  </a:moveTo>
                  <a:lnTo>
                    <a:pt x="1" y="5342"/>
                  </a:lnTo>
                  <a:lnTo>
                    <a:pt x="5661" y="1"/>
                  </a:lnTo>
                  <a:lnTo>
                    <a:pt x="1134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83" name="Google Shape;283;p3"/>
            <p:cNvSpPr/>
            <p:nvPr/>
          </p:nvSpPr>
          <p:spPr>
            <a:xfrm>
              <a:off x="8534491" y="3997849"/>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84" name="Google Shape;284;p3"/>
            <p:cNvSpPr/>
            <p:nvPr/>
          </p:nvSpPr>
          <p:spPr>
            <a:xfrm>
              <a:off x="7315512" y="4568444"/>
              <a:ext cx="608631" cy="574940"/>
            </a:xfrm>
            <a:custGeom>
              <a:avLst/>
              <a:gdLst/>
              <a:ahLst/>
              <a:cxnLst/>
              <a:rect l="l" t="t" r="r" b="b"/>
              <a:pathLst>
                <a:path w="11345" h="10717" extrusionOk="0">
                  <a:moveTo>
                    <a:pt x="5672" y="10717"/>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85" name="Google Shape;285;p3"/>
            <p:cNvSpPr/>
            <p:nvPr/>
          </p:nvSpPr>
          <p:spPr>
            <a:xfrm>
              <a:off x="7925270" y="4568444"/>
              <a:ext cx="608631" cy="574940"/>
            </a:xfrm>
            <a:custGeom>
              <a:avLst/>
              <a:gdLst/>
              <a:ahLst/>
              <a:cxnLst/>
              <a:rect l="l" t="t" r="r" b="b"/>
              <a:pathLst>
                <a:path w="11345" h="10717" extrusionOk="0">
                  <a:moveTo>
                    <a:pt x="5661" y="10717"/>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86" name="Google Shape;286;p3"/>
            <p:cNvSpPr/>
            <p:nvPr/>
          </p:nvSpPr>
          <p:spPr>
            <a:xfrm>
              <a:off x="8534491" y="4568444"/>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287" name="Google Shape;287;p3"/>
          <p:cNvSpPr txBox="1">
            <a:spLocks noGrp="1"/>
          </p:cNvSpPr>
          <p:nvPr>
            <p:ph type="title"/>
          </p:nvPr>
        </p:nvSpPr>
        <p:spPr>
          <a:xfrm>
            <a:off x="1920300" y="2288450"/>
            <a:ext cx="5303400" cy="14814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88" name="Google Shape;288;p3"/>
          <p:cNvSpPr txBox="1">
            <a:spLocks noGrp="1"/>
          </p:cNvSpPr>
          <p:nvPr>
            <p:ph type="subTitle" idx="1"/>
          </p:nvPr>
        </p:nvSpPr>
        <p:spPr>
          <a:xfrm>
            <a:off x="1920300" y="3769850"/>
            <a:ext cx="5303400" cy="411600"/>
          </a:xfrm>
          <a:prstGeom prst="rect">
            <a:avLst/>
          </a:prstGeom>
          <a:gradFill>
            <a:gsLst>
              <a:gs pos="0">
                <a:srgbClr val="D4BE9B"/>
              </a:gs>
              <a:gs pos="100000">
                <a:srgbClr val="9D7F4F"/>
              </a:gs>
            </a:gsLst>
            <a:lin ang="10801400" scaled="0"/>
          </a:gradFill>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89" name="Google Shape;289;p3"/>
          <p:cNvCxnSpPr/>
          <p:nvPr/>
        </p:nvCxnSpPr>
        <p:spPr>
          <a:xfrm rot="10800000">
            <a:off x="444125" y="391700"/>
            <a:ext cx="0" cy="2348400"/>
          </a:xfrm>
          <a:prstGeom prst="straightConnector1">
            <a:avLst/>
          </a:prstGeom>
          <a:noFill/>
          <a:ln w="9525" cap="flat" cmpd="sng">
            <a:solidFill>
              <a:schemeClr val="lt1"/>
            </a:solidFill>
            <a:prstDash val="solid"/>
            <a:round/>
            <a:headEnd type="none" w="med" len="med"/>
            <a:tailEnd type="none" w="med" len="med"/>
          </a:ln>
        </p:spPr>
      </p:cxnSp>
      <p:cxnSp>
        <p:nvCxnSpPr>
          <p:cNvPr id="290" name="Google Shape;290;p3"/>
          <p:cNvCxnSpPr/>
          <p:nvPr/>
        </p:nvCxnSpPr>
        <p:spPr>
          <a:xfrm rot="10800000">
            <a:off x="8699875" y="3322288"/>
            <a:ext cx="0" cy="965700"/>
          </a:xfrm>
          <a:prstGeom prst="straightConnector1">
            <a:avLst/>
          </a:prstGeom>
          <a:noFill/>
          <a:ln w="9525" cap="flat" cmpd="sng">
            <a:solidFill>
              <a:schemeClr val="lt1"/>
            </a:solidFill>
            <a:prstDash val="solid"/>
            <a:round/>
            <a:headEnd type="none" w="med" len="med"/>
            <a:tailEnd type="none" w="med" len="med"/>
          </a:ln>
        </p:spPr>
      </p:cxnSp>
      <p:grpSp>
        <p:nvGrpSpPr>
          <p:cNvPr id="291" name="Google Shape;291;p3"/>
          <p:cNvGrpSpPr/>
          <p:nvPr/>
        </p:nvGrpSpPr>
        <p:grpSpPr>
          <a:xfrm>
            <a:off x="7795950" y="391725"/>
            <a:ext cx="903936" cy="526131"/>
            <a:chOff x="444125" y="4225550"/>
            <a:chExt cx="903936" cy="526131"/>
          </a:xfrm>
        </p:grpSpPr>
        <p:sp>
          <p:nvSpPr>
            <p:cNvPr id="292" name="Google Shape;292;p3"/>
            <p:cNvSpPr/>
            <p:nvPr/>
          </p:nvSpPr>
          <p:spPr>
            <a:xfrm>
              <a:off x="444125" y="4225550"/>
              <a:ext cx="526097" cy="526131"/>
            </a:xfrm>
            <a:custGeom>
              <a:avLst/>
              <a:gdLst/>
              <a:ahLst/>
              <a:cxnLst/>
              <a:rect l="l" t="t" r="r" b="b"/>
              <a:pathLst>
                <a:path w="15875" h="15876" fill="none" extrusionOk="0">
                  <a:moveTo>
                    <a:pt x="0" y="7944"/>
                  </a:moveTo>
                  <a:lnTo>
                    <a:pt x="7943" y="1"/>
                  </a:lnTo>
                  <a:lnTo>
                    <a:pt x="15875" y="7944"/>
                  </a:lnTo>
                  <a:lnTo>
                    <a:pt x="7943" y="15875"/>
                  </a:lnTo>
                  <a:close/>
                </a:path>
              </a:pathLst>
            </a:custGeom>
            <a:solidFill>
              <a:schemeClr val="dk2"/>
            </a:solidFill>
            <a:ln w="9525" cap="flat" cmpd="sng">
              <a:solidFill>
                <a:schemeClr val="lt1"/>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
            <p:cNvSpPr/>
            <p:nvPr/>
          </p:nvSpPr>
          <p:spPr>
            <a:xfrm>
              <a:off x="821964" y="4225550"/>
              <a:ext cx="526098" cy="526131"/>
            </a:xfrm>
            <a:custGeom>
              <a:avLst/>
              <a:gdLst/>
              <a:ahLst/>
              <a:cxnLst/>
              <a:rect l="l" t="t" r="r" b="b"/>
              <a:pathLst>
                <a:path w="15875" h="15876" fill="none" extrusionOk="0">
                  <a:moveTo>
                    <a:pt x="0" y="7932"/>
                  </a:moveTo>
                  <a:lnTo>
                    <a:pt x="7943" y="1"/>
                  </a:lnTo>
                  <a:lnTo>
                    <a:pt x="15874" y="7932"/>
                  </a:lnTo>
                  <a:lnTo>
                    <a:pt x="7943" y="15875"/>
                  </a:lnTo>
                  <a:close/>
                </a:path>
              </a:pathLst>
            </a:custGeom>
            <a:solidFill>
              <a:schemeClr val="dk2"/>
            </a:solidFill>
            <a:ln w="9525" cap="flat" cmpd="sng">
              <a:solidFill>
                <a:schemeClr val="lt1"/>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 name="Google Shape;294;p3"/>
          <p:cNvGrpSpPr/>
          <p:nvPr/>
        </p:nvGrpSpPr>
        <p:grpSpPr>
          <a:xfrm>
            <a:off x="444125" y="391825"/>
            <a:ext cx="8255750" cy="4359850"/>
            <a:chOff x="449775" y="420975"/>
            <a:chExt cx="8255750" cy="4359850"/>
          </a:xfrm>
        </p:grpSpPr>
        <p:cxnSp>
          <p:nvCxnSpPr>
            <p:cNvPr id="295" name="Google Shape;295;p3"/>
            <p:cNvCxnSpPr/>
            <p:nvPr/>
          </p:nvCxnSpPr>
          <p:spPr>
            <a:xfrm rot="10800000">
              <a:off x="449775" y="420975"/>
              <a:ext cx="0" cy="1980300"/>
            </a:xfrm>
            <a:prstGeom prst="straightConnector1">
              <a:avLst/>
            </a:prstGeom>
            <a:noFill/>
            <a:ln w="9525" cap="flat" cmpd="sng">
              <a:solidFill>
                <a:schemeClr val="dk2"/>
              </a:solidFill>
              <a:prstDash val="solid"/>
              <a:round/>
              <a:headEnd type="none" w="med" len="med"/>
              <a:tailEnd type="none" w="med" len="med"/>
            </a:ln>
          </p:spPr>
        </p:cxnSp>
        <p:cxnSp>
          <p:nvCxnSpPr>
            <p:cNvPr id="296" name="Google Shape;296;p3"/>
            <p:cNvCxnSpPr/>
            <p:nvPr/>
          </p:nvCxnSpPr>
          <p:spPr>
            <a:xfrm rot="10800000">
              <a:off x="8705525" y="2800525"/>
              <a:ext cx="0" cy="1980300"/>
            </a:xfrm>
            <a:prstGeom prst="straightConnector1">
              <a:avLst/>
            </a:prstGeom>
            <a:noFill/>
            <a:ln w="9525" cap="flat" cmpd="sng">
              <a:solidFill>
                <a:schemeClr val="dk2"/>
              </a:solidFill>
              <a:prstDash val="solid"/>
              <a:round/>
              <a:headEnd type="none" w="med" len="med"/>
              <a:tailEnd type="none" w="med" len="med"/>
            </a:ln>
          </p:spPr>
        </p:cxnSp>
      </p:grpSp>
      <p:sp>
        <p:nvSpPr>
          <p:cNvPr id="297" name="Google Shape;297;p3"/>
          <p:cNvSpPr txBox="1">
            <a:spLocks noGrp="1"/>
          </p:cNvSpPr>
          <p:nvPr>
            <p:ph type="title" idx="2" hasCustomPrompt="1"/>
          </p:nvPr>
        </p:nvSpPr>
        <p:spPr>
          <a:xfrm>
            <a:off x="3960450" y="844050"/>
            <a:ext cx="1223100" cy="1223100"/>
          </a:xfrm>
          <a:prstGeom prst="rect">
            <a:avLst/>
          </a:prstGeom>
          <a:gradFill>
            <a:gsLst>
              <a:gs pos="0">
                <a:schemeClr val="accent1"/>
              </a:gs>
              <a:gs pos="100000">
                <a:schemeClr val="lt1"/>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0000"/>
              <a:buNone/>
              <a:defRPr sz="6000">
                <a:solidFill>
                  <a:schemeClr val="dk2"/>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gradFill>
          <a:gsLst>
            <a:gs pos="0">
              <a:schemeClr val="accent1"/>
            </a:gs>
            <a:gs pos="100000">
              <a:schemeClr val="lt1"/>
            </a:gs>
          </a:gsLst>
          <a:path path="circle">
            <a:fillToRect l="50000" t="50000" r="50000" b="50000"/>
          </a:path>
          <a:tileRect/>
        </a:gradFill>
        <a:effectLst/>
      </p:bgPr>
    </p:bg>
    <p:spTree>
      <p:nvGrpSpPr>
        <p:cNvPr id="1" name="Shape 585"/>
        <p:cNvGrpSpPr/>
        <p:nvPr/>
      </p:nvGrpSpPr>
      <p:grpSpPr>
        <a:xfrm>
          <a:off x="0" y="0"/>
          <a:ext cx="0" cy="0"/>
          <a:chOff x="0" y="0"/>
          <a:chExt cx="0" cy="0"/>
        </a:xfrm>
      </p:grpSpPr>
      <p:grpSp>
        <p:nvGrpSpPr>
          <p:cNvPr id="586" name="Google Shape;586;p6"/>
          <p:cNvGrpSpPr/>
          <p:nvPr/>
        </p:nvGrpSpPr>
        <p:grpSpPr>
          <a:xfrm>
            <a:off x="2" y="46"/>
            <a:ext cx="9143710" cy="5143425"/>
            <a:chOff x="2" y="-41"/>
            <a:chExt cx="9143710" cy="5143425"/>
          </a:xfrm>
        </p:grpSpPr>
        <p:sp>
          <p:nvSpPr>
            <p:cNvPr id="587" name="Google Shape;587;p6"/>
            <p:cNvSpPr/>
            <p:nvPr/>
          </p:nvSpPr>
          <p:spPr>
            <a:xfrm>
              <a:off x="2" y="-41"/>
              <a:ext cx="608631" cy="574350"/>
            </a:xfrm>
            <a:custGeom>
              <a:avLst/>
              <a:gdLst/>
              <a:ahLst/>
              <a:cxnLst/>
              <a:rect l="l" t="t" r="r" b="b"/>
              <a:pathLst>
                <a:path w="11345" h="10706" extrusionOk="0">
                  <a:moveTo>
                    <a:pt x="5661" y="10705"/>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88" name="Google Shape;588;p6"/>
            <p:cNvSpPr/>
            <p:nvPr/>
          </p:nvSpPr>
          <p:spPr>
            <a:xfrm>
              <a:off x="609169" y="-41"/>
              <a:ext cx="609221" cy="574350"/>
            </a:xfrm>
            <a:custGeom>
              <a:avLst/>
              <a:gdLst/>
              <a:ahLst/>
              <a:cxnLst/>
              <a:rect l="l" t="t" r="r" b="b"/>
              <a:pathLst>
                <a:path w="11356" h="10706" extrusionOk="0">
                  <a:moveTo>
                    <a:pt x="5684" y="10705"/>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89" name="Google Shape;589;p6"/>
            <p:cNvSpPr/>
            <p:nvPr/>
          </p:nvSpPr>
          <p:spPr>
            <a:xfrm>
              <a:off x="1218980" y="-41"/>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90" name="Google Shape;590;p6"/>
            <p:cNvSpPr/>
            <p:nvPr/>
          </p:nvSpPr>
          <p:spPr>
            <a:xfrm>
              <a:off x="1828738" y="-41"/>
              <a:ext cx="608631" cy="574350"/>
            </a:xfrm>
            <a:custGeom>
              <a:avLst/>
              <a:gdLst/>
              <a:ahLst/>
              <a:cxnLst/>
              <a:rect l="l" t="t" r="r" b="b"/>
              <a:pathLst>
                <a:path w="11345" h="10706" extrusionOk="0">
                  <a:moveTo>
                    <a:pt x="5684" y="10705"/>
                  </a:moveTo>
                  <a:lnTo>
                    <a:pt x="1" y="5341"/>
                  </a:lnTo>
                  <a:lnTo>
                    <a:pt x="5684"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91" name="Google Shape;591;p6"/>
            <p:cNvSpPr/>
            <p:nvPr/>
          </p:nvSpPr>
          <p:spPr>
            <a:xfrm>
              <a:off x="2439139" y="-41"/>
              <a:ext cx="608631" cy="574350"/>
            </a:xfrm>
            <a:custGeom>
              <a:avLst/>
              <a:gdLst/>
              <a:ahLst/>
              <a:cxnLst/>
              <a:rect l="l" t="t" r="r" b="b"/>
              <a:pathLst>
                <a:path w="11345" h="10706" extrusionOk="0">
                  <a:moveTo>
                    <a:pt x="5672" y="10705"/>
                  </a:moveTo>
                  <a:lnTo>
                    <a:pt x="1"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92" name="Google Shape;592;p6"/>
            <p:cNvSpPr/>
            <p:nvPr/>
          </p:nvSpPr>
          <p:spPr>
            <a:xfrm>
              <a:off x="3048950" y="-41"/>
              <a:ext cx="608577" cy="574350"/>
            </a:xfrm>
            <a:custGeom>
              <a:avLst/>
              <a:gdLst/>
              <a:ahLst/>
              <a:cxnLst/>
              <a:rect l="l" t="t" r="r" b="b"/>
              <a:pathLst>
                <a:path w="11344" h="10706" extrusionOk="0">
                  <a:moveTo>
                    <a:pt x="5661" y="10705"/>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93" name="Google Shape;593;p6"/>
            <p:cNvSpPr/>
            <p:nvPr/>
          </p:nvSpPr>
          <p:spPr>
            <a:xfrm>
              <a:off x="3658117" y="-41"/>
              <a:ext cx="609221" cy="574350"/>
            </a:xfrm>
            <a:custGeom>
              <a:avLst/>
              <a:gdLst/>
              <a:ahLst/>
              <a:cxnLst/>
              <a:rect l="l" t="t" r="r" b="b"/>
              <a:pathLst>
                <a:path w="11356" h="10706" extrusionOk="0">
                  <a:moveTo>
                    <a:pt x="5684" y="10705"/>
                  </a:moveTo>
                  <a:lnTo>
                    <a:pt x="0" y="5341"/>
                  </a:lnTo>
                  <a:lnTo>
                    <a:pt x="5684"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94" name="Google Shape;594;p6"/>
            <p:cNvSpPr/>
            <p:nvPr/>
          </p:nvSpPr>
          <p:spPr>
            <a:xfrm>
              <a:off x="4267875" y="-41"/>
              <a:ext cx="609221" cy="574350"/>
            </a:xfrm>
            <a:custGeom>
              <a:avLst/>
              <a:gdLst/>
              <a:ahLst/>
              <a:cxnLst/>
              <a:rect l="l" t="t" r="r" b="b"/>
              <a:pathLst>
                <a:path w="11356" h="10706" extrusionOk="0">
                  <a:moveTo>
                    <a:pt x="5684" y="10705"/>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95" name="Google Shape;595;p6"/>
            <p:cNvSpPr/>
            <p:nvPr/>
          </p:nvSpPr>
          <p:spPr>
            <a:xfrm>
              <a:off x="4878276" y="-41"/>
              <a:ext cx="609221" cy="574350"/>
            </a:xfrm>
            <a:custGeom>
              <a:avLst/>
              <a:gdLst/>
              <a:ahLst/>
              <a:cxnLst/>
              <a:rect l="l" t="t" r="r" b="b"/>
              <a:pathLst>
                <a:path w="11356" h="10706" extrusionOk="0">
                  <a:moveTo>
                    <a:pt x="5673" y="10705"/>
                  </a:moveTo>
                  <a:lnTo>
                    <a:pt x="1" y="5341"/>
                  </a:lnTo>
                  <a:lnTo>
                    <a:pt x="5673"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96" name="Google Shape;596;p6"/>
            <p:cNvSpPr/>
            <p:nvPr/>
          </p:nvSpPr>
          <p:spPr>
            <a:xfrm>
              <a:off x="5488087" y="-41"/>
              <a:ext cx="608631" cy="574350"/>
            </a:xfrm>
            <a:custGeom>
              <a:avLst/>
              <a:gdLst/>
              <a:ahLst/>
              <a:cxnLst/>
              <a:rect l="l" t="t" r="r" b="b"/>
              <a:pathLst>
                <a:path w="11345" h="10706" extrusionOk="0">
                  <a:moveTo>
                    <a:pt x="5672" y="10705"/>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97" name="Google Shape;597;p6"/>
            <p:cNvSpPr/>
            <p:nvPr/>
          </p:nvSpPr>
          <p:spPr>
            <a:xfrm>
              <a:off x="6097845" y="-41"/>
              <a:ext cx="608631" cy="574350"/>
            </a:xfrm>
            <a:custGeom>
              <a:avLst/>
              <a:gdLst/>
              <a:ahLst/>
              <a:cxnLst/>
              <a:rect l="l" t="t" r="r" b="b"/>
              <a:pathLst>
                <a:path w="11345" h="10706" extrusionOk="0">
                  <a:moveTo>
                    <a:pt x="5661" y="10705"/>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98" name="Google Shape;598;p6"/>
            <p:cNvSpPr/>
            <p:nvPr/>
          </p:nvSpPr>
          <p:spPr>
            <a:xfrm>
              <a:off x="6707066" y="-41"/>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99" name="Google Shape;599;p6"/>
            <p:cNvSpPr/>
            <p:nvPr/>
          </p:nvSpPr>
          <p:spPr>
            <a:xfrm>
              <a:off x="2" y="571144"/>
              <a:ext cx="608631" cy="574350"/>
            </a:xfrm>
            <a:custGeom>
              <a:avLst/>
              <a:gdLst/>
              <a:ahLst/>
              <a:cxnLst/>
              <a:rect l="l" t="t" r="r" b="b"/>
              <a:pathLst>
                <a:path w="11345" h="10706" extrusionOk="0">
                  <a:moveTo>
                    <a:pt x="5661" y="10706"/>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00" name="Google Shape;600;p6"/>
            <p:cNvSpPr/>
            <p:nvPr/>
          </p:nvSpPr>
          <p:spPr>
            <a:xfrm>
              <a:off x="609169" y="571144"/>
              <a:ext cx="609221" cy="574350"/>
            </a:xfrm>
            <a:custGeom>
              <a:avLst/>
              <a:gdLst/>
              <a:ahLst/>
              <a:cxnLst/>
              <a:rect l="l" t="t" r="r" b="b"/>
              <a:pathLst>
                <a:path w="11356" h="10706" extrusionOk="0">
                  <a:moveTo>
                    <a:pt x="5684" y="10706"/>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01" name="Google Shape;601;p6"/>
            <p:cNvSpPr/>
            <p:nvPr/>
          </p:nvSpPr>
          <p:spPr>
            <a:xfrm>
              <a:off x="1218980" y="571144"/>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02" name="Google Shape;602;p6"/>
            <p:cNvSpPr/>
            <p:nvPr/>
          </p:nvSpPr>
          <p:spPr>
            <a:xfrm>
              <a:off x="1828738" y="571144"/>
              <a:ext cx="608631" cy="574350"/>
            </a:xfrm>
            <a:custGeom>
              <a:avLst/>
              <a:gdLst/>
              <a:ahLst/>
              <a:cxnLst/>
              <a:rect l="l" t="t" r="r" b="b"/>
              <a:pathLst>
                <a:path w="11345" h="10706" extrusionOk="0">
                  <a:moveTo>
                    <a:pt x="5684" y="10706"/>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03" name="Google Shape;603;p6"/>
            <p:cNvSpPr/>
            <p:nvPr/>
          </p:nvSpPr>
          <p:spPr>
            <a:xfrm>
              <a:off x="2439139" y="571144"/>
              <a:ext cx="608631" cy="574350"/>
            </a:xfrm>
            <a:custGeom>
              <a:avLst/>
              <a:gdLst/>
              <a:ahLst/>
              <a:cxnLst/>
              <a:rect l="l" t="t" r="r" b="b"/>
              <a:pathLst>
                <a:path w="11345" h="10706" extrusionOk="0">
                  <a:moveTo>
                    <a:pt x="5672" y="10706"/>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04" name="Google Shape;604;p6"/>
            <p:cNvSpPr/>
            <p:nvPr/>
          </p:nvSpPr>
          <p:spPr>
            <a:xfrm>
              <a:off x="3048950" y="571144"/>
              <a:ext cx="608577" cy="574350"/>
            </a:xfrm>
            <a:custGeom>
              <a:avLst/>
              <a:gdLst/>
              <a:ahLst/>
              <a:cxnLst/>
              <a:rect l="l" t="t" r="r" b="b"/>
              <a:pathLst>
                <a:path w="11344" h="10706" extrusionOk="0">
                  <a:moveTo>
                    <a:pt x="5661" y="10706"/>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05" name="Google Shape;605;p6"/>
            <p:cNvSpPr/>
            <p:nvPr/>
          </p:nvSpPr>
          <p:spPr>
            <a:xfrm>
              <a:off x="3658117" y="571144"/>
              <a:ext cx="609221" cy="574350"/>
            </a:xfrm>
            <a:custGeom>
              <a:avLst/>
              <a:gdLst/>
              <a:ahLst/>
              <a:cxnLst/>
              <a:rect l="l" t="t" r="r" b="b"/>
              <a:pathLst>
                <a:path w="11356" h="10706" extrusionOk="0">
                  <a:moveTo>
                    <a:pt x="5684" y="10706"/>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06" name="Google Shape;606;p6"/>
            <p:cNvSpPr/>
            <p:nvPr/>
          </p:nvSpPr>
          <p:spPr>
            <a:xfrm>
              <a:off x="4267875" y="571144"/>
              <a:ext cx="609221" cy="574350"/>
            </a:xfrm>
            <a:custGeom>
              <a:avLst/>
              <a:gdLst/>
              <a:ahLst/>
              <a:cxnLst/>
              <a:rect l="l" t="t" r="r" b="b"/>
              <a:pathLst>
                <a:path w="11356" h="10706" extrusionOk="0">
                  <a:moveTo>
                    <a:pt x="5684" y="10706"/>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07" name="Google Shape;607;p6"/>
            <p:cNvSpPr/>
            <p:nvPr/>
          </p:nvSpPr>
          <p:spPr>
            <a:xfrm>
              <a:off x="4878276" y="571144"/>
              <a:ext cx="609221" cy="574350"/>
            </a:xfrm>
            <a:custGeom>
              <a:avLst/>
              <a:gdLst/>
              <a:ahLst/>
              <a:cxnLst/>
              <a:rect l="l" t="t" r="r" b="b"/>
              <a:pathLst>
                <a:path w="11356" h="10706" extrusionOk="0">
                  <a:moveTo>
                    <a:pt x="5673" y="10706"/>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08" name="Google Shape;608;p6"/>
            <p:cNvSpPr/>
            <p:nvPr/>
          </p:nvSpPr>
          <p:spPr>
            <a:xfrm>
              <a:off x="5488087" y="571144"/>
              <a:ext cx="608631" cy="574350"/>
            </a:xfrm>
            <a:custGeom>
              <a:avLst/>
              <a:gdLst/>
              <a:ahLst/>
              <a:cxnLst/>
              <a:rect l="l" t="t" r="r" b="b"/>
              <a:pathLst>
                <a:path w="11345" h="10706" extrusionOk="0">
                  <a:moveTo>
                    <a:pt x="5672" y="10706"/>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09" name="Google Shape;609;p6"/>
            <p:cNvSpPr/>
            <p:nvPr/>
          </p:nvSpPr>
          <p:spPr>
            <a:xfrm>
              <a:off x="6097845" y="571144"/>
              <a:ext cx="608631" cy="574350"/>
            </a:xfrm>
            <a:custGeom>
              <a:avLst/>
              <a:gdLst/>
              <a:ahLst/>
              <a:cxnLst/>
              <a:rect l="l" t="t" r="r" b="b"/>
              <a:pathLst>
                <a:path w="11345" h="10706" extrusionOk="0">
                  <a:moveTo>
                    <a:pt x="5661" y="10706"/>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10" name="Google Shape;610;p6"/>
            <p:cNvSpPr/>
            <p:nvPr/>
          </p:nvSpPr>
          <p:spPr>
            <a:xfrm>
              <a:off x="6707066" y="571144"/>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11" name="Google Shape;611;p6"/>
            <p:cNvSpPr/>
            <p:nvPr/>
          </p:nvSpPr>
          <p:spPr>
            <a:xfrm>
              <a:off x="2" y="1142382"/>
              <a:ext cx="608631" cy="573706"/>
            </a:xfrm>
            <a:custGeom>
              <a:avLst/>
              <a:gdLst/>
              <a:ahLst/>
              <a:cxnLst/>
              <a:rect l="l" t="t" r="r" b="b"/>
              <a:pathLst>
                <a:path w="11345" h="10694" extrusionOk="0">
                  <a:moveTo>
                    <a:pt x="5661" y="10694"/>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12" name="Google Shape;612;p6"/>
            <p:cNvSpPr/>
            <p:nvPr/>
          </p:nvSpPr>
          <p:spPr>
            <a:xfrm>
              <a:off x="609169" y="1142382"/>
              <a:ext cx="609221" cy="573706"/>
            </a:xfrm>
            <a:custGeom>
              <a:avLst/>
              <a:gdLst/>
              <a:ahLst/>
              <a:cxnLst/>
              <a:rect l="l" t="t" r="r" b="b"/>
              <a:pathLst>
                <a:path w="11356" h="10694" extrusionOk="0">
                  <a:moveTo>
                    <a:pt x="5684" y="10694"/>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13" name="Google Shape;613;p6"/>
            <p:cNvSpPr/>
            <p:nvPr/>
          </p:nvSpPr>
          <p:spPr>
            <a:xfrm>
              <a:off x="1218980" y="1142382"/>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14" name="Google Shape;614;p6"/>
            <p:cNvSpPr/>
            <p:nvPr/>
          </p:nvSpPr>
          <p:spPr>
            <a:xfrm>
              <a:off x="1828738" y="1142382"/>
              <a:ext cx="608631" cy="573706"/>
            </a:xfrm>
            <a:custGeom>
              <a:avLst/>
              <a:gdLst/>
              <a:ahLst/>
              <a:cxnLst/>
              <a:rect l="l" t="t" r="r" b="b"/>
              <a:pathLst>
                <a:path w="11345" h="10694" extrusionOk="0">
                  <a:moveTo>
                    <a:pt x="5684" y="10694"/>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15" name="Google Shape;615;p6"/>
            <p:cNvSpPr/>
            <p:nvPr/>
          </p:nvSpPr>
          <p:spPr>
            <a:xfrm>
              <a:off x="2439139" y="1142382"/>
              <a:ext cx="608631" cy="573706"/>
            </a:xfrm>
            <a:custGeom>
              <a:avLst/>
              <a:gdLst/>
              <a:ahLst/>
              <a:cxnLst/>
              <a:rect l="l" t="t" r="r" b="b"/>
              <a:pathLst>
                <a:path w="11345" h="10694" extrusionOk="0">
                  <a:moveTo>
                    <a:pt x="5672" y="10694"/>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16" name="Google Shape;616;p6"/>
            <p:cNvSpPr/>
            <p:nvPr/>
          </p:nvSpPr>
          <p:spPr>
            <a:xfrm>
              <a:off x="3048950" y="1142382"/>
              <a:ext cx="608577" cy="573706"/>
            </a:xfrm>
            <a:custGeom>
              <a:avLst/>
              <a:gdLst/>
              <a:ahLst/>
              <a:cxnLst/>
              <a:rect l="l" t="t" r="r" b="b"/>
              <a:pathLst>
                <a:path w="11344" h="10694" extrusionOk="0">
                  <a:moveTo>
                    <a:pt x="5661" y="10694"/>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17" name="Google Shape;617;p6"/>
            <p:cNvSpPr/>
            <p:nvPr/>
          </p:nvSpPr>
          <p:spPr>
            <a:xfrm>
              <a:off x="3658117" y="1142382"/>
              <a:ext cx="609221" cy="573706"/>
            </a:xfrm>
            <a:custGeom>
              <a:avLst/>
              <a:gdLst/>
              <a:ahLst/>
              <a:cxnLst/>
              <a:rect l="l" t="t" r="r" b="b"/>
              <a:pathLst>
                <a:path w="11356" h="10694" extrusionOk="0">
                  <a:moveTo>
                    <a:pt x="5684" y="10694"/>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18" name="Google Shape;618;p6"/>
            <p:cNvSpPr/>
            <p:nvPr/>
          </p:nvSpPr>
          <p:spPr>
            <a:xfrm>
              <a:off x="4267875" y="1142382"/>
              <a:ext cx="609221" cy="573706"/>
            </a:xfrm>
            <a:custGeom>
              <a:avLst/>
              <a:gdLst/>
              <a:ahLst/>
              <a:cxnLst/>
              <a:rect l="l" t="t" r="r" b="b"/>
              <a:pathLst>
                <a:path w="11356" h="10694" extrusionOk="0">
                  <a:moveTo>
                    <a:pt x="5684" y="10694"/>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19" name="Google Shape;619;p6"/>
            <p:cNvSpPr/>
            <p:nvPr/>
          </p:nvSpPr>
          <p:spPr>
            <a:xfrm>
              <a:off x="4878276" y="1142382"/>
              <a:ext cx="609221" cy="573706"/>
            </a:xfrm>
            <a:custGeom>
              <a:avLst/>
              <a:gdLst/>
              <a:ahLst/>
              <a:cxnLst/>
              <a:rect l="l" t="t" r="r" b="b"/>
              <a:pathLst>
                <a:path w="11356" h="10694" extrusionOk="0">
                  <a:moveTo>
                    <a:pt x="5673" y="10694"/>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20" name="Google Shape;620;p6"/>
            <p:cNvSpPr/>
            <p:nvPr/>
          </p:nvSpPr>
          <p:spPr>
            <a:xfrm>
              <a:off x="5488087" y="1142382"/>
              <a:ext cx="608631" cy="573706"/>
            </a:xfrm>
            <a:custGeom>
              <a:avLst/>
              <a:gdLst/>
              <a:ahLst/>
              <a:cxnLst/>
              <a:rect l="l" t="t" r="r" b="b"/>
              <a:pathLst>
                <a:path w="11345" h="10694" extrusionOk="0">
                  <a:moveTo>
                    <a:pt x="5672" y="10694"/>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21" name="Google Shape;621;p6"/>
            <p:cNvSpPr/>
            <p:nvPr/>
          </p:nvSpPr>
          <p:spPr>
            <a:xfrm>
              <a:off x="6097845" y="1142382"/>
              <a:ext cx="608631" cy="573706"/>
            </a:xfrm>
            <a:custGeom>
              <a:avLst/>
              <a:gdLst/>
              <a:ahLst/>
              <a:cxnLst/>
              <a:rect l="l" t="t" r="r" b="b"/>
              <a:pathLst>
                <a:path w="11345" h="10694" extrusionOk="0">
                  <a:moveTo>
                    <a:pt x="5661" y="10694"/>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22" name="Google Shape;622;p6"/>
            <p:cNvSpPr/>
            <p:nvPr/>
          </p:nvSpPr>
          <p:spPr>
            <a:xfrm>
              <a:off x="6707066" y="1142382"/>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23" name="Google Shape;623;p6"/>
            <p:cNvSpPr/>
            <p:nvPr/>
          </p:nvSpPr>
          <p:spPr>
            <a:xfrm>
              <a:off x="2" y="1712977"/>
              <a:ext cx="608631" cy="574350"/>
            </a:xfrm>
            <a:custGeom>
              <a:avLst/>
              <a:gdLst/>
              <a:ahLst/>
              <a:cxnLst/>
              <a:rect l="l" t="t" r="r" b="b"/>
              <a:pathLst>
                <a:path w="11345" h="10706" extrusionOk="0">
                  <a:moveTo>
                    <a:pt x="5661" y="10705"/>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24" name="Google Shape;624;p6"/>
            <p:cNvSpPr/>
            <p:nvPr/>
          </p:nvSpPr>
          <p:spPr>
            <a:xfrm>
              <a:off x="609169" y="1712977"/>
              <a:ext cx="609221" cy="574350"/>
            </a:xfrm>
            <a:custGeom>
              <a:avLst/>
              <a:gdLst/>
              <a:ahLst/>
              <a:cxnLst/>
              <a:rect l="l" t="t" r="r" b="b"/>
              <a:pathLst>
                <a:path w="11356" h="10706" extrusionOk="0">
                  <a:moveTo>
                    <a:pt x="5684" y="10705"/>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25" name="Google Shape;625;p6"/>
            <p:cNvSpPr/>
            <p:nvPr/>
          </p:nvSpPr>
          <p:spPr>
            <a:xfrm>
              <a:off x="1218980" y="1712977"/>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26" name="Google Shape;626;p6"/>
            <p:cNvSpPr/>
            <p:nvPr/>
          </p:nvSpPr>
          <p:spPr>
            <a:xfrm>
              <a:off x="1828738" y="1712977"/>
              <a:ext cx="608631" cy="574350"/>
            </a:xfrm>
            <a:custGeom>
              <a:avLst/>
              <a:gdLst/>
              <a:ahLst/>
              <a:cxnLst/>
              <a:rect l="l" t="t" r="r" b="b"/>
              <a:pathLst>
                <a:path w="11345" h="10706" extrusionOk="0">
                  <a:moveTo>
                    <a:pt x="5684" y="10705"/>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27" name="Google Shape;627;p6"/>
            <p:cNvSpPr/>
            <p:nvPr/>
          </p:nvSpPr>
          <p:spPr>
            <a:xfrm>
              <a:off x="2439139" y="1712977"/>
              <a:ext cx="608631" cy="574350"/>
            </a:xfrm>
            <a:custGeom>
              <a:avLst/>
              <a:gdLst/>
              <a:ahLst/>
              <a:cxnLst/>
              <a:rect l="l" t="t" r="r" b="b"/>
              <a:pathLst>
                <a:path w="11345" h="10706" extrusionOk="0">
                  <a:moveTo>
                    <a:pt x="5672" y="10705"/>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28" name="Google Shape;628;p6"/>
            <p:cNvSpPr/>
            <p:nvPr/>
          </p:nvSpPr>
          <p:spPr>
            <a:xfrm>
              <a:off x="3048950" y="1712977"/>
              <a:ext cx="608577" cy="574350"/>
            </a:xfrm>
            <a:custGeom>
              <a:avLst/>
              <a:gdLst/>
              <a:ahLst/>
              <a:cxnLst/>
              <a:rect l="l" t="t" r="r" b="b"/>
              <a:pathLst>
                <a:path w="11344" h="10706" extrusionOk="0">
                  <a:moveTo>
                    <a:pt x="5661" y="10705"/>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29" name="Google Shape;629;p6"/>
            <p:cNvSpPr/>
            <p:nvPr/>
          </p:nvSpPr>
          <p:spPr>
            <a:xfrm>
              <a:off x="3658117" y="1712977"/>
              <a:ext cx="609221" cy="574350"/>
            </a:xfrm>
            <a:custGeom>
              <a:avLst/>
              <a:gdLst/>
              <a:ahLst/>
              <a:cxnLst/>
              <a:rect l="l" t="t" r="r" b="b"/>
              <a:pathLst>
                <a:path w="11356" h="10706" extrusionOk="0">
                  <a:moveTo>
                    <a:pt x="5684" y="10705"/>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30" name="Google Shape;630;p6"/>
            <p:cNvSpPr/>
            <p:nvPr/>
          </p:nvSpPr>
          <p:spPr>
            <a:xfrm>
              <a:off x="4267875" y="1712977"/>
              <a:ext cx="609221" cy="574350"/>
            </a:xfrm>
            <a:custGeom>
              <a:avLst/>
              <a:gdLst/>
              <a:ahLst/>
              <a:cxnLst/>
              <a:rect l="l" t="t" r="r" b="b"/>
              <a:pathLst>
                <a:path w="11356" h="10706" extrusionOk="0">
                  <a:moveTo>
                    <a:pt x="5684" y="10705"/>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31" name="Google Shape;631;p6"/>
            <p:cNvSpPr/>
            <p:nvPr/>
          </p:nvSpPr>
          <p:spPr>
            <a:xfrm>
              <a:off x="4878276" y="1712977"/>
              <a:ext cx="609221" cy="574350"/>
            </a:xfrm>
            <a:custGeom>
              <a:avLst/>
              <a:gdLst/>
              <a:ahLst/>
              <a:cxnLst/>
              <a:rect l="l" t="t" r="r" b="b"/>
              <a:pathLst>
                <a:path w="11356" h="10706" extrusionOk="0">
                  <a:moveTo>
                    <a:pt x="5673" y="10705"/>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32" name="Google Shape;632;p6"/>
            <p:cNvSpPr/>
            <p:nvPr/>
          </p:nvSpPr>
          <p:spPr>
            <a:xfrm>
              <a:off x="5488087" y="1712977"/>
              <a:ext cx="608631" cy="574350"/>
            </a:xfrm>
            <a:custGeom>
              <a:avLst/>
              <a:gdLst/>
              <a:ahLst/>
              <a:cxnLst/>
              <a:rect l="l" t="t" r="r" b="b"/>
              <a:pathLst>
                <a:path w="11345" h="10706" extrusionOk="0">
                  <a:moveTo>
                    <a:pt x="5672" y="10705"/>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33" name="Google Shape;633;p6"/>
            <p:cNvSpPr/>
            <p:nvPr/>
          </p:nvSpPr>
          <p:spPr>
            <a:xfrm>
              <a:off x="6097845" y="1712977"/>
              <a:ext cx="608631" cy="574350"/>
            </a:xfrm>
            <a:custGeom>
              <a:avLst/>
              <a:gdLst/>
              <a:ahLst/>
              <a:cxnLst/>
              <a:rect l="l" t="t" r="r" b="b"/>
              <a:pathLst>
                <a:path w="11345" h="10706" extrusionOk="0">
                  <a:moveTo>
                    <a:pt x="5661" y="10705"/>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34" name="Google Shape;634;p6"/>
            <p:cNvSpPr/>
            <p:nvPr/>
          </p:nvSpPr>
          <p:spPr>
            <a:xfrm>
              <a:off x="6707066" y="1712977"/>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35" name="Google Shape;635;p6"/>
            <p:cNvSpPr/>
            <p:nvPr/>
          </p:nvSpPr>
          <p:spPr>
            <a:xfrm>
              <a:off x="2" y="2284216"/>
              <a:ext cx="608631" cy="574940"/>
            </a:xfrm>
            <a:custGeom>
              <a:avLst/>
              <a:gdLst/>
              <a:ahLst/>
              <a:cxnLst/>
              <a:rect l="l" t="t" r="r" b="b"/>
              <a:pathLst>
                <a:path w="11345" h="10717" extrusionOk="0">
                  <a:moveTo>
                    <a:pt x="5661" y="10716"/>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36" name="Google Shape;636;p6"/>
            <p:cNvSpPr/>
            <p:nvPr/>
          </p:nvSpPr>
          <p:spPr>
            <a:xfrm>
              <a:off x="609169" y="2284216"/>
              <a:ext cx="609221" cy="574940"/>
            </a:xfrm>
            <a:custGeom>
              <a:avLst/>
              <a:gdLst/>
              <a:ahLst/>
              <a:cxnLst/>
              <a:rect l="l" t="t" r="r" b="b"/>
              <a:pathLst>
                <a:path w="11356" h="10717" extrusionOk="0">
                  <a:moveTo>
                    <a:pt x="5684" y="10716"/>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37" name="Google Shape;637;p6"/>
            <p:cNvSpPr/>
            <p:nvPr/>
          </p:nvSpPr>
          <p:spPr>
            <a:xfrm>
              <a:off x="1218980" y="2284216"/>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38" name="Google Shape;638;p6"/>
            <p:cNvSpPr/>
            <p:nvPr/>
          </p:nvSpPr>
          <p:spPr>
            <a:xfrm>
              <a:off x="1828738" y="2284216"/>
              <a:ext cx="608631" cy="574940"/>
            </a:xfrm>
            <a:custGeom>
              <a:avLst/>
              <a:gdLst/>
              <a:ahLst/>
              <a:cxnLst/>
              <a:rect l="l" t="t" r="r" b="b"/>
              <a:pathLst>
                <a:path w="11345" h="10717" extrusionOk="0">
                  <a:moveTo>
                    <a:pt x="5684" y="10716"/>
                  </a:moveTo>
                  <a:lnTo>
                    <a:pt x="1" y="5352"/>
                  </a:lnTo>
                  <a:lnTo>
                    <a:pt x="5684"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39" name="Google Shape;639;p6"/>
            <p:cNvSpPr/>
            <p:nvPr/>
          </p:nvSpPr>
          <p:spPr>
            <a:xfrm>
              <a:off x="2439139" y="2284216"/>
              <a:ext cx="608631" cy="574940"/>
            </a:xfrm>
            <a:custGeom>
              <a:avLst/>
              <a:gdLst/>
              <a:ahLst/>
              <a:cxnLst/>
              <a:rect l="l" t="t" r="r" b="b"/>
              <a:pathLst>
                <a:path w="11345" h="10717" extrusionOk="0">
                  <a:moveTo>
                    <a:pt x="5672" y="10716"/>
                  </a:moveTo>
                  <a:lnTo>
                    <a:pt x="1"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40" name="Google Shape;640;p6"/>
            <p:cNvSpPr/>
            <p:nvPr/>
          </p:nvSpPr>
          <p:spPr>
            <a:xfrm>
              <a:off x="3048950" y="2284216"/>
              <a:ext cx="608577" cy="574940"/>
            </a:xfrm>
            <a:custGeom>
              <a:avLst/>
              <a:gdLst/>
              <a:ahLst/>
              <a:cxnLst/>
              <a:rect l="l" t="t" r="r" b="b"/>
              <a:pathLst>
                <a:path w="11344" h="10717" extrusionOk="0">
                  <a:moveTo>
                    <a:pt x="5661" y="10716"/>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41" name="Google Shape;641;p6"/>
            <p:cNvSpPr/>
            <p:nvPr/>
          </p:nvSpPr>
          <p:spPr>
            <a:xfrm>
              <a:off x="3658117" y="2284216"/>
              <a:ext cx="609221" cy="574940"/>
            </a:xfrm>
            <a:custGeom>
              <a:avLst/>
              <a:gdLst/>
              <a:ahLst/>
              <a:cxnLst/>
              <a:rect l="l" t="t" r="r" b="b"/>
              <a:pathLst>
                <a:path w="11356" h="10717" extrusionOk="0">
                  <a:moveTo>
                    <a:pt x="5684" y="10716"/>
                  </a:moveTo>
                  <a:lnTo>
                    <a:pt x="0" y="5352"/>
                  </a:lnTo>
                  <a:lnTo>
                    <a:pt x="5684"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42" name="Google Shape;642;p6"/>
            <p:cNvSpPr/>
            <p:nvPr/>
          </p:nvSpPr>
          <p:spPr>
            <a:xfrm>
              <a:off x="4267875" y="2284216"/>
              <a:ext cx="609221" cy="574940"/>
            </a:xfrm>
            <a:custGeom>
              <a:avLst/>
              <a:gdLst/>
              <a:ahLst/>
              <a:cxnLst/>
              <a:rect l="l" t="t" r="r" b="b"/>
              <a:pathLst>
                <a:path w="11356" h="10717" extrusionOk="0">
                  <a:moveTo>
                    <a:pt x="5684" y="10716"/>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43" name="Google Shape;643;p6"/>
            <p:cNvSpPr/>
            <p:nvPr/>
          </p:nvSpPr>
          <p:spPr>
            <a:xfrm>
              <a:off x="4878276" y="2284216"/>
              <a:ext cx="609221" cy="574940"/>
            </a:xfrm>
            <a:custGeom>
              <a:avLst/>
              <a:gdLst/>
              <a:ahLst/>
              <a:cxnLst/>
              <a:rect l="l" t="t" r="r" b="b"/>
              <a:pathLst>
                <a:path w="11356" h="10717" extrusionOk="0">
                  <a:moveTo>
                    <a:pt x="5673" y="10716"/>
                  </a:moveTo>
                  <a:lnTo>
                    <a:pt x="1" y="5352"/>
                  </a:lnTo>
                  <a:lnTo>
                    <a:pt x="5673"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44" name="Google Shape;644;p6"/>
            <p:cNvSpPr/>
            <p:nvPr/>
          </p:nvSpPr>
          <p:spPr>
            <a:xfrm>
              <a:off x="5488087" y="2284216"/>
              <a:ext cx="608631" cy="574940"/>
            </a:xfrm>
            <a:custGeom>
              <a:avLst/>
              <a:gdLst/>
              <a:ahLst/>
              <a:cxnLst/>
              <a:rect l="l" t="t" r="r" b="b"/>
              <a:pathLst>
                <a:path w="11345" h="10717" extrusionOk="0">
                  <a:moveTo>
                    <a:pt x="5672" y="10716"/>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45" name="Google Shape;645;p6"/>
            <p:cNvSpPr/>
            <p:nvPr/>
          </p:nvSpPr>
          <p:spPr>
            <a:xfrm>
              <a:off x="6097845" y="2284216"/>
              <a:ext cx="608631" cy="574940"/>
            </a:xfrm>
            <a:custGeom>
              <a:avLst/>
              <a:gdLst/>
              <a:ahLst/>
              <a:cxnLst/>
              <a:rect l="l" t="t" r="r" b="b"/>
              <a:pathLst>
                <a:path w="11345" h="10717" extrusionOk="0">
                  <a:moveTo>
                    <a:pt x="5661" y="10716"/>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46" name="Google Shape;646;p6"/>
            <p:cNvSpPr/>
            <p:nvPr/>
          </p:nvSpPr>
          <p:spPr>
            <a:xfrm>
              <a:off x="6707066" y="2284216"/>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47" name="Google Shape;647;p6"/>
            <p:cNvSpPr/>
            <p:nvPr/>
          </p:nvSpPr>
          <p:spPr>
            <a:xfrm>
              <a:off x="2" y="2856045"/>
              <a:ext cx="608631" cy="573706"/>
            </a:xfrm>
            <a:custGeom>
              <a:avLst/>
              <a:gdLst/>
              <a:ahLst/>
              <a:cxnLst/>
              <a:rect l="l" t="t" r="r" b="b"/>
              <a:pathLst>
                <a:path w="11345" h="10694" extrusionOk="0">
                  <a:moveTo>
                    <a:pt x="5661" y="10693"/>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48" name="Google Shape;648;p6"/>
            <p:cNvSpPr/>
            <p:nvPr/>
          </p:nvSpPr>
          <p:spPr>
            <a:xfrm>
              <a:off x="609169" y="2856045"/>
              <a:ext cx="609221" cy="573706"/>
            </a:xfrm>
            <a:custGeom>
              <a:avLst/>
              <a:gdLst/>
              <a:ahLst/>
              <a:cxnLst/>
              <a:rect l="l" t="t" r="r" b="b"/>
              <a:pathLst>
                <a:path w="11356" h="10694" extrusionOk="0">
                  <a:moveTo>
                    <a:pt x="5684" y="10693"/>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49" name="Google Shape;649;p6"/>
            <p:cNvSpPr/>
            <p:nvPr/>
          </p:nvSpPr>
          <p:spPr>
            <a:xfrm>
              <a:off x="1218980" y="2856045"/>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50" name="Google Shape;650;p6"/>
            <p:cNvSpPr/>
            <p:nvPr/>
          </p:nvSpPr>
          <p:spPr>
            <a:xfrm>
              <a:off x="1828738" y="2856045"/>
              <a:ext cx="608631" cy="573706"/>
            </a:xfrm>
            <a:custGeom>
              <a:avLst/>
              <a:gdLst/>
              <a:ahLst/>
              <a:cxnLst/>
              <a:rect l="l" t="t" r="r" b="b"/>
              <a:pathLst>
                <a:path w="11345" h="10694" extrusionOk="0">
                  <a:moveTo>
                    <a:pt x="5684" y="10693"/>
                  </a:moveTo>
                  <a:lnTo>
                    <a:pt x="1" y="5341"/>
                  </a:lnTo>
                  <a:lnTo>
                    <a:pt x="5684"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51" name="Google Shape;651;p6"/>
            <p:cNvSpPr/>
            <p:nvPr/>
          </p:nvSpPr>
          <p:spPr>
            <a:xfrm>
              <a:off x="2439139" y="2856045"/>
              <a:ext cx="608631" cy="573706"/>
            </a:xfrm>
            <a:custGeom>
              <a:avLst/>
              <a:gdLst/>
              <a:ahLst/>
              <a:cxnLst/>
              <a:rect l="l" t="t" r="r" b="b"/>
              <a:pathLst>
                <a:path w="11345" h="10694" extrusionOk="0">
                  <a:moveTo>
                    <a:pt x="5672" y="10693"/>
                  </a:moveTo>
                  <a:lnTo>
                    <a:pt x="1"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52" name="Google Shape;652;p6"/>
            <p:cNvSpPr/>
            <p:nvPr/>
          </p:nvSpPr>
          <p:spPr>
            <a:xfrm>
              <a:off x="3048950" y="2856045"/>
              <a:ext cx="608577" cy="573706"/>
            </a:xfrm>
            <a:custGeom>
              <a:avLst/>
              <a:gdLst/>
              <a:ahLst/>
              <a:cxnLst/>
              <a:rect l="l" t="t" r="r" b="b"/>
              <a:pathLst>
                <a:path w="11344" h="10694" extrusionOk="0">
                  <a:moveTo>
                    <a:pt x="5661" y="10693"/>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53" name="Google Shape;653;p6"/>
            <p:cNvSpPr/>
            <p:nvPr/>
          </p:nvSpPr>
          <p:spPr>
            <a:xfrm>
              <a:off x="3658117" y="2856045"/>
              <a:ext cx="609221" cy="573706"/>
            </a:xfrm>
            <a:custGeom>
              <a:avLst/>
              <a:gdLst/>
              <a:ahLst/>
              <a:cxnLst/>
              <a:rect l="l" t="t" r="r" b="b"/>
              <a:pathLst>
                <a:path w="11356" h="10694" extrusionOk="0">
                  <a:moveTo>
                    <a:pt x="5684" y="10693"/>
                  </a:moveTo>
                  <a:lnTo>
                    <a:pt x="0" y="5341"/>
                  </a:lnTo>
                  <a:lnTo>
                    <a:pt x="5684"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54" name="Google Shape;654;p6"/>
            <p:cNvSpPr/>
            <p:nvPr/>
          </p:nvSpPr>
          <p:spPr>
            <a:xfrm>
              <a:off x="4267875" y="2856045"/>
              <a:ext cx="609221" cy="573706"/>
            </a:xfrm>
            <a:custGeom>
              <a:avLst/>
              <a:gdLst/>
              <a:ahLst/>
              <a:cxnLst/>
              <a:rect l="l" t="t" r="r" b="b"/>
              <a:pathLst>
                <a:path w="11356" h="10694" extrusionOk="0">
                  <a:moveTo>
                    <a:pt x="5684" y="10693"/>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55" name="Google Shape;655;p6"/>
            <p:cNvSpPr/>
            <p:nvPr/>
          </p:nvSpPr>
          <p:spPr>
            <a:xfrm>
              <a:off x="4878276" y="2856045"/>
              <a:ext cx="609221" cy="573706"/>
            </a:xfrm>
            <a:custGeom>
              <a:avLst/>
              <a:gdLst/>
              <a:ahLst/>
              <a:cxnLst/>
              <a:rect l="l" t="t" r="r" b="b"/>
              <a:pathLst>
                <a:path w="11356" h="10694" extrusionOk="0">
                  <a:moveTo>
                    <a:pt x="5673" y="10693"/>
                  </a:moveTo>
                  <a:lnTo>
                    <a:pt x="1" y="5341"/>
                  </a:lnTo>
                  <a:lnTo>
                    <a:pt x="5673"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56" name="Google Shape;656;p6"/>
            <p:cNvSpPr/>
            <p:nvPr/>
          </p:nvSpPr>
          <p:spPr>
            <a:xfrm>
              <a:off x="5488087" y="2856045"/>
              <a:ext cx="608631" cy="573706"/>
            </a:xfrm>
            <a:custGeom>
              <a:avLst/>
              <a:gdLst/>
              <a:ahLst/>
              <a:cxnLst/>
              <a:rect l="l" t="t" r="r" b="b"/>
              <a:pathLst>
                <a:path w="11345" h="10694" extrusionOk="0">
                  <a:moveTo>
                    <a:pt x="5672" y="10693"/>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57" name="Google Shape;657;p6"/>
            <p:cNvSpPr/>
            <p:nvPr/>
          </p:nvSpPr>
          <p:spPr>
            <a:xfrm>
              <a:off x="6097845" y="2856045"/>
              <a:ext cx="608631" cy="573706"/>
            </a:xfrm>
            <a:custGeom>
              <a:avLst/>
              <a:gdLst/>
              <a:ahLst/>
              <a:cxnLst/>
              <a:rect l="l" t="t" r="r" b="b"/>
              <a:pathLst>
                <a:path w="11345" h="10694" extrusionOk="0">
                  <a:moveTo>
                    <a:pt x="5661" y="10693"/>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58" name="Google Shape;658;p6"/>
            <p:cNvSpPr/>
            <p:nvPr/>
          </p:nvSpPr>
          <p:spPr>
            <a:xfrm>
              <a:off x="6707066" y="2856045"/>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59" name="Google Shape;659;p6"/>
            <p:cNvSpPr/>
            <p:nvPr/>
          </p:nvSpPr>
          <p:spPr>
            <a:xfrm>
              <a:off x="2" y="3426639"/>
              <a:ext cx="608631" cy="574296"/>
            </a:xfrm>
            <a:custGeom>
              <a:avLst/>
              <a:gdLst/>
              <a:ahLst/>
              <a:cxnLst/>
              <a:rect l="l" t="t" r="r" b="b"/>
              <a:pathLst>
                <a:path w="11345" h="10705" extrusionOk="0">
                  <a:moveTo>
                    <a:pt x="5661" y="10705"/>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60" name="Google Shape;660;p6"/>
            <p:cNvSpPr/>
            <p:nvPr/>
          </p:nvSpPr>
          <p:spPr>
            <a:xfrm>
              <a:off x="609169" y="3426639"/>
              <a:ext cx="609221" cy="574296"/>
            </a:xfrm>
            <a:custGeom>
              <a:avLst/>
              <a:gdLst/>
              <a:ahLst/>
              <a:cxnLst/>
              <a:rect l="l" t="t" r="r" b="b"/>
              <a:pathLst>
                <a:path w="11356" h="10705" extrusionOk="0">
                  <a:moveTo>
                    <a:pt x="5684" y="10705"/>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61" name="Google Shape;661;p6"/>
            <p:cNvSpPr/>
            <p:nvPr/>
          </p:nvSpPr>
          <p:spPr>
            <a:xfrm>
              <a:off x="1218980" y="3426639"/>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62" name="Google Shape;662;p6"/>
            <p:cNvSpPr/>
            <p:nvPr/>
          </p:nvSpPr>
          <p:spPr>
            <a:xfrm>
              <a:off x="1828738" y="3426639"/>
              <a:ext cx="608631" cy="574296"/>
            </a:xfrm>
            <a:custGeom>
              <a:avLst/>
              <a:gdLst/>
              <a:ahLst/>
              <a:cxnLst/>
              <a:rect l="l" t="t" r="r" b="b"/>
              <a:pathLst>
                <a:path w="11345" h="10705" extrusionOk="0">
                  <a:moveTo>
                    <a:pt x="5684" y="10705"/>
                  </a:moveTo>
                  <a:lnTo>
                    <a:pt x="1" y="5352"/>
                  </a:lnTo>
                  <a:lnTo>
                    <a:pt x="5684"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63" name="Google Shape;663;p6"/>
            <p:cNvSpPr/>
            <p:nvPr/>
          </p:nvSpPr>
          <p:spPr>
            <a:xfrm>
              <a:off x="2439139" y="3426639"/>
              <a:ext cx="608631" cy="574296"/>
            </a:xfrm>
            <a:custGeom>
              <a:avLst/>
              <a:gdLst/>
              <a:ahLst/>
              <a:cxnLst/>
              <a:rect l="l" t="t" r="r" b="b"/>
              <a:pathLst>
                <a:path w="11345" h="10705" extrusionOk="0">
                  <a:moveTo>
                    <a:pt x="5672" y="10705"/>
                  </a:moveTo>
                  <a:lnTo>
                    <a:pt x="1"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64" name="Google Shape;664;p6"/>
            <p:cNvSpPr/>
            <p:nvPr/>
          </p:nvSpPr>
          <p:spPr>
            <a:xfrm>
              <a:off x="3048950" y="3426639"/>
              <a:ext cx="608577" cy="574296"/>
            </a:xfrm>
            <a:custGeom>
              <a:avLst/>
              <a:gdLst/>
              <a:ahLst/>
              <a:cxnLst/>
              <a:rect l="l" t="t" r="r" b="b"/>
              <a:pathLst>
                <a:path w="11344" h="10705" extrusionOk="0">
                  <a:moveTo>
                    <a:pt x="5661" y="10705"/>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65" name="Google Shape;665;p6"/>
            <p:cNvSpPr/>
            <p:nvPr/>
          </p:nvSpPr>
          <p:spPr>
            <a:xfrm>
              <a:off x="3658117" y="3426639"/>
              <a:ext cx="609221" cy="574296"/>
            </a:xfrm>
            <a:custGeom>
              <a:avLst/>
              <a:gdLst/>
              <a:ahLst/>
              <a:cxnLst/>
              <a:rect l="l" t="t" r="r" b="b"/>
              <a:pathLst>
                <a:path w="11356" h="10705" extrusionOk="0">
                  <a:moveTo>
                    <a:pt x="5684" y="10705"/>
                  </a:moveTo>
                  <a:lnTo>
                    <a:pt x="0" y="5352"/>
                  </a:lnTo>
                  <a:lnTo>
                    <a:pt x="5684"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66" name="Google Shape;666;p6"/>
            <p:cNvSpPr/>
            <p:nvPr/>
          </p:nvSpPr>
          <p:spPr>
            <a:xfrm>
              <a:off x="4267875" y="3426639"/>
              <a:ext cx="609221" cy="574296"/>
            </a:xfrm>
            <a:custGeom>
              <a:avLst/>
              <a:gdLst/>
              <a:ahLst/>
              <a:cxnLst/>
              <a:rect l="l" t="t" r="r" b="b"/>
              <a:pathLst>
                <a:path w="11356" h="10705" extrusionOk="0">
                  <a:moveTo>
                    <a:pt x="5684" y="10705"/>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67" name="Google Shape;667;p6"/>
            <p:cNvSpPr/>
            <p:nvPr/>
          </p:nvSpPr>
          <p:spPr>
            <a:xfrm>
              <a:off x="4878276" y="3426639"/>
              <a:ext cx="609221" cy="574296"/>
            </a:xfrm>
            <a:custGeom>
              <a:avLst/>
              <a:gdLst/>
              <a:ahLst/>
              <a:cxnLst/>
              <a:rect l="l" t="t" r="r" b="b"/>
              <a:pathLst>
                <a:path w="11356" h="10705" extrusionOk="0">
                  <a:moveTo>
                    <a:pt x="5673" y="10705"/>
                  </a:moveTo>
                  <a:lnTo>
                    <a:pt x="1" y="5352"/>
                  </a:lnTo>
                  <a:lnTo>
                    <a:pt x="5673"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68" name="Google Shape;668;p6"/>
            <p:cNvSpPr/>
            <p:nvPr/>
          </p:nvSpPr>
          <p:spPr>
            <a:xfrm>
              <a:off x="5488087" y="3426639"/>
              <a:ext cx="608631" cy="574296"/>
            </a:xfrm>
            <a:custGeom>
              <a:avLst/>
              <a:gdLst/>
              <a:ahLst/>
              <a:cxnLst/>
              <a:rect l="l" t="t" r="r" b="b"/>
              <a:pathLst>
                <a:path w="11345" h="10705" extrusionOk="0">
                  <a:moveTo>
                    <a:pt x="5672" y="10705"/>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69" name="Google Shape;669;p6"/>
            <p:cNvSpPr/>
            <p:nvPr/>
          </p:nvSpPr>
          <p:spPr>
            <a:xfrm>
              <a:off x="6097845" y="3426639"/>
              <a:ext cx="608631" cy="574296"/>
            </a:xfrm>
            <a:custGeom>
              <a:avLst/>
              <a:gdLst/>
              <a:ahLst/>
              <a:cxnLst/>
              <a:rect l="l" t="t" r="r" b="b"/>
              <a:pathLst>
                <a:path w="11345" h="10705" extrusionOk="0">
                  <a:moveTo>
                    <a:pt x="5661" y="10705"/>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70" name="Google Shape;670;p6"/>
            <p:cNvSpPr/>
            <p:nvPr/>
          </p:nvSpPr>
          <p:spPr>
            <a:xfrm>
              <a:off x="6707066" y="3426639"/>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71" name="Google Shape;671;p6"/>
            <p:cNvSpPr/>
            <p:nvPr/>
          </p:nvSpPr>
          <p:spPr>
            <a:xfrm>
              <a:off x="2" y="3997824"/>
              <a:ext cx="608631" cy="573706"/>
            </a:xfrm>
            <a:custGeom>
              <a:avLst/>
              <a:gdLst/>
              <a:ahLst/>
              <a:cxnLst/>
              <a:rect l="l" t="t" r="r" b="b"/>
              <a:pathLst>
                <a:path w="11345" h="10694" extrusionOk="0">
                  <a:moveTo>
                    <a:pt x="5661" y="10694"/>
                  </a:moveTo>
                  <a:lnTo>
                    <a:pt x="0" y="5342"/>
                  </a:lnTo>
                  <a:lnTo>
                    <a:pt x="5661"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72" name="Google Shape;672;p6"/>
            <p:cNvSpPr/>
            <p:nvPr/>
          </p:nvSpPr>
          <p:spPr>
            <a:xfrm>
              <a:off x="609169" y="3997824"/>
              <a:ext cx="609221" cy="573706"/>
            </a:xfrm>
            <a:custGeom>
              <a:avLst/>
              <a:gdLst/>
              <a:ahLst/>
              <a:cxnLst/>
              <a:rect l="l" t="t" r="r" b="b"/>
              <a:pathLst>
                <a:path w="11356" h="10694" extrusionOk="0">
                  <a:moveTo>
                    <a:pt x="5684" y="10694"/>
                  </a:moveTo>
                  <a:lnTo>
                    <a:pt x="1" y="5342"/>
                  </a:lnTo>
                  <a:lnTo>
                    <a:pt x="5684"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73" name="Google Shape;673;p6"/>
            <p:cNvSpPr/>
            <p:nvPr/>
          </p:nvSpPr>
          <p:spPr>
            <a:xfrm>
              <a:off x="1218980" y="3997824"/>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74" name="Google Shape;674;p6"/>
            <p:cNvSpPr/>
            <p:nvPr/>
          </p:nvSpPr>
          <p:spPr>
            <a:xfrm>
              <a:off x="1828738" y="3997824"/>
              <a:ext cx="608631" cy="573706"/>
            </a:xfrm>
            <a:custGeom>
              <a:avLst/>
              <a:gdLst/>
              <a:ahLst/>
              <a:cxnLst/>
              <a:rect l="l" t="t" r="r" b="b"/>
              <a:pathLst>
                <a:path w="11345" h="10694" extrusionOk="0">
                  <a:moveTo>
                    <a:pt x="5684" y="10694"/>
                  </a:moveTo>
                  <a:lnTo>
                    <a:pt x="1" y="5342"/>
                  </a:lnTo>
                  <a:lnTo>
                    <a:pt x="5684"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75" name="Google Shape;675;p6"/>
            <p:cNvSpPr/>
            <p:nvPr/>
          </p:nvSpPr>
          <p:spPr>
            <a:xfrm>
              <a:off x="2439139" y="3997824"/>
              <a:ext cx="608631" cy="573706"/>
            </a:xfrm>
            <a:custGeom>
              <a:avLst/>
              <a:gdLst/>
              <a:ahLst/>
              <a:cxnLst/>
              <a:rect l="l" t="t" r="r" b="b"/>
              <a:pathLst>
                <a:path w="11345" h="10694" extrusionOk="0">
                  <a:moveTo>
                    <a:pt x="5672" y="10694"/>
                  </a:moveTo>
                  <a:lnTo>
                    <a:pt x="1"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76" name="Google Shape;676;p6"/>
            <p:cNvSpPr/>
            <p:nvPr/>
          </p:nvSpPr>
          <p:spPr>
            <a:xfrm>
              <a:off x="3048950" y="3997824"/>
              <a:ext cx="608577" cy="573706"/>
            </a:xfrm>
            <a:custGeom>
              <a:avLst/>
              <a:gdLst/>
              <a:ahLst/>
              <a:cxnLst/>
              <a:rect l="l" t="t" r="r" b="b"/>
              <a:pathLst>
                <a:path w="11344" h="10694" extrusionOk="0">
                  <a:moveTo>
                    <a:pt x="5661" y="10694"/>
                  </a:moveTo>
                  <a:lnTo>
                    <a:pt x="0" y="5342"/>
                  </a:lnTo>
                  <a:lnTo>
                    <a:pt x="5661"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77" name="Google Shape;677;p6"/>
            <p:cNvSpPr/>
            <p:nvPr/>
          </p:nvSpPr>
          <p:spPr>
            <a:xfrm>
              <a:off x="3658117" y="3997824"/>
              <a:ext cx="609221" cy="573706"/>
            </a:xfrm>
            <a:custGeom>
              <a:avLst/>
              <a:gdLst/>
              <a:ahLst/>
              <a:cxnLst/>
              <a:rect l="l" t="t" r="r" b="b"/>
              <a:pathLst>
                <a:path w="11356" h="10694" extrusionOk="0">
                  <a:moveTo>
                    <a:pt x="5684" y="10694"/>
                  </a:moveTo>
                  <a:lnTo>
                    <a:pt x="0" y="5342"/>
                  </a:lnTo>
                  <a:lnTo>
                    <a:pt x="5684"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78" name="Google Shape;678;p6"/>
            <p:cNvSpPr/>
            <p:nvPr/>
          </p:nvSpPr>
          <p:spPr>
            <a:xfrm>
              <a:off x="4267875" y="3997824"/>
              <a:ext cx="609221" cy="573706"/>
            </a:xfrm>
            <a:custGeom>
              <a:avLst/>
              <a:gdLst/>
              <a:ahLst/>
              <a:cxnLst/>
              <a:rect l="l" t="t" r="r" b="b"/>
              <a:pathLst>
                <a:path w="11356" h="10694" extrusionOk="0">
                  <a:moveTo>
                    <a:pt x="5684" y="10694"/>
                  </a:moveTo>
                  <a:lnTo>
                    <a:pt x="1" y="5342"/>
                  </a:lnTo>
                  <a:lnTo>
                    <a:pt x="5684"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79" name="Google Shape;679;p6"/>
            <p:cNvSpPr/>
            <p:nvPr/>
          </p:nvSpPr>
          <p:spPr>
            <a:xfrm>
              <a:off x="4878276" y="3997824"/>
              <a:ext cx="609221" cy="573706"/>
            </a:xfrm>
            <a:custGeom>
              <a:avLst/>
              <a:gdLst/>
              <a:ahLst/>
              <a:cxnLst/>
              <a:rect l="l" t="t" r="r" b="b"/>
              <a:pathLst>
                <a:path w="11356" h="10694" extrusionOk="0">
                  <a:moveTo>
                    <a:pt x="5673" y="10694"/>
                  </a:moveTo>
                  <a:lnTo>
                    <a:pt x="1" y="5342"/>
                  </a:lnTo>
                  <a:lnTo>
                    <a:pt x="5673"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80" name="Google Shape;680;p6"/>
            <p:cNvSpPr/>
            <p:nvPr/>
          </p:nvSpPr>
          <p:spPr>
            <a:xfrm>
              <a:off x="5488087" y="3997824"/>
              <a:ext cx="608631" cy="573706"/>
            </a:xfrm>
            <a:custGeom>
              <a:avLst/>
              <a:gdLst/>
              <a:ahLst/>
              <a:cxnLst/>
              <a:rect l="l" t="t" r="r" b="b"/>
              <a:pathLst>
                <a:path w="11345" h="10694" extrusionOk="0">
                  <a:moveTo>
                    <a:pt x="5672" y="10694"/>
                  </a:moveTo>
                  <a:lnTo>
                    <a:pt x="0"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81" name="Google Shape;681;p6"/>
            <p:cNvSpPr/>
            <p:nvPr/>
          </p:nvSpPr>
          <p:spPr>
            <a:xfrm>
              <a:off x="6097845" y="3997824"/>
              <a:ext cx="608631" cy="573706"/>
            </a:xfrm>
            <a:custGeom>
              <a:avLst/>
              <a:gdLst/>
              <a:ahLst/>
              <a:cxnLst/>
              <a:rect l="l" t="t" r="r" b="b"/>
              <a:pathLst>
                <a:path w="11345" h="10694" extrusionOk="0">
                  <a:moveTo>
                    <a:pt x="5661" y="10694"/>
                  </a:moveTo>
                  <a:lnTo>
                    <a:pt x="1" y="5342"/>
                  </a:lnTo>
                  <a:lnTo>
                    <a:pt x="5661" y="1"/>
                  </a:lnTo>
                  <a:lnTo>
                    <a:pt x="1134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82" name="Google Shape;682;p6"/>
            <p:cNvSpPr/>
            <p:nvPr/>
          </p:nvSpPr>
          <p:spPr>
            <a:xfrm>
              <a:off x="6707066" y="3997824"/>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83" name="Google Shape;683;p6"/>
            <p:cNvSpPr/>
            <p:nvPr/>
          </p:nvSpPr>
          <p:spPr>
            <a:xfrm>
              <a:off x="2" y="4568419"/>
              <a:ext cx="608631" cy="574940"/>
            </a:xfrm>
            <a:custGeom>
              <a:avLst/>
              <a:gdLst/>
              <a:ahLst/>
              <a:cxnLst/>
              <a:rect l="l" t="t" r="r" b="b"/>
              <a:pathLst>
                <a:path w="11345" h="10717" extrusionOk="0">
                  <a:moveTo>
                    <a:pt x="5661" y="10717"/>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84" name="Google Shape;684;p6"/>
            <p:cNvSpPr/>
            <p:nvPr/>
          </p:nvSpPr>
          <p:spPr>
            <a:xfrm>
              <a:off x="609169" y="4568419"/>
              <a:ext cx="609221" cy="574940"/>
            </a:xfrm>
            <a:custGeom>
              <a:avLst/>
              <a:gdLst/>
              <a:ahLst/>
              <a:cxnLst/>
              <a:rect l="l" t="t" r="r" b="b"/>
              <a:pathLst>
                <a:path w="11356" h="10717" extrusionOk="0">
                  <a:moveTo>
                    <a:pt x="5684" y="10717"/>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85" name="Google Shape;685;p6"/>
            <p:cNvSpPr/>
            <p:nvPr/>
          </p:nvSpPr>
          <p:spPr>
            <a:xfrm>
              <a:off x="1218980" y="4568419"/>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86" name="Google Shape;686;p6"/>
            <p:cNvSpPr/>
            <p:nvPr/>
          </p:nvSpPr>
          <p:spPr>
            <a:xfrm>
              <a:off x="1828738" y="4568419"/>
              <a:ext cx="608631" cy="574940"/>
            </a:xfrm>
            <a:custGeom>
              <a:avLst/>
              <a:gdLst/>
              <a:ahLst/>
              <a:cxnLst/>
              <a:rect l="l" t="t" r="r" b="b"/>
              <a:pathLst>
                <a:path w="11345" h="10717" extrusionOk="0">
                  <a:moveTo>
                    <a:pt x="5684" y="10717"/>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87" name="Google Shape;687;p6"/>
            <p:cNvSpPr/>
            <p:nvPr/>
          </p:nvSpPr>
          <p:spPr>
            <a:xfrm>
              <a:off x="2439139" y="4568419"/>
              <a:ext cx="608631" cy="574940"/>
            </a:xfrm>
            <a:custGeom>
              <a:avLst/>
              <a:gdLst/>
              <a:ahLst/>
              <a:cxnLst/>
              <a:rect l="l" t="t" r="r" b="b"/>
              <a:pathLst>
                <a:path w="11345" h="10717" extrusionOk="0">
                  <a:moveTo>
                    <a:pt x="5672" y="10717"/>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88" name="Google Shape;688;p6"/>
            <p:cNvSpPr/>
            <p:nvPr/>
          </p:nvSpPr>
          <p:spPr>
            <a:xfrm>
              <a:off x="3048950" y="4568419"/>
              <a:ext cx="608577" cy="574940"/>
            </a:xfrm>
            <a:custGeom>
              <a:avLst/>
              <a:gdLst/>
              <a:ahLst/>
              <a:cxnLst/>
              <a:rect l="l" t="t" r="r" b="b"/>
              <a:pathLst>
                <a:path w="11344" h="10717" extrusionOk="0">
                  <a:moveTo>
                    <a:pt x="5661" y="10717"/>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89" name="Google Shape;689;p6"/>
            <p:cNvSpPr/>
            <p:nvPr/>
          </p:nvSpPr>
          <p:spPr>
            <a:xfrm>
              <a:off x="3658117" y="4568419"/>
              <a:ext cx="609221" cy="574940"/>
            </a:xfrm>
            <a:custGeom>
              <a:avLst/>
              <a:gdLst/>
              <a:ahLst/>
              <a:cxnLst/>
              <a:rect l="l" t="t" r="r" b="b"/>
              <a:pathLst>
                <a:path w="11356" h="10717" extrusionOk="0">
                  <a:moveTo>
                    <a:pt x="5684" y="10717"/>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90" name="Google Shape;690;p6"/>
            <p:cNvSpPr/>
            <p:nvPr/>
          </p:nvSpPr>
          <p:spPr>
            <a:xfrm>
              <a:off x="4267875" y="4568419"/>
              <a:ext cx="609221" cy="574940"/>
            </a:xfrm>
            <a:custGeom>
              <a:avLst/>
              <a:gdLst/>
              <a:ahLst/>
              <a:cxnLst/>
              <a:rect l="l" t="t" r="r" b="b"/>
              <a:pathLst>
                <a:path w="11356" h="10717" extrusionOk="0">
                  <a:moveTo>
                    <a:pt x="5684" y="10717"/>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91" name="Google Shape;691;p6"/>
            <p:cNvSpPr/>
            <p:nvPr/>
          </p:nvSpPr>
          <p:spPr>
            <a:xfrm>
              <a:off x="4878276" y="4568419"/>
              <a:ext cx="609221" cy="574940"/>
            </a:xfrm>
            <a:custGeom>
              <a:avLst/>
              <a:gdLst/>
              <a:ahLst/>
              <a:cxnLst/>
              <a:rect l="l" t="t" r="r" b="b"/>
              <a:pathLst>
                <a:path w="11356" h="10717" extrusionOk="0">
                  <a:moveTo>
                    <a:pt x="5673" y="10717"/>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92" name="Google Shape;692;p6"/>
            <p:cNvSpPr/>
            <p:nvPr/>
          </p:nvSpPr>
          <p:spPr>
            <a:xfrm>
              <a:off x="5488087" y="4568419"/>
              <a:ext cx="608631" cy="574940"/>
            </a:xfrm>
            <a:custGeom>
              <a:avLst/>
              <a:gdLst/>
              <a:ahLst/>
              <a:cxnLst/>
              <a:rect l="l" t="t" r="r" b="b"/>
              <a:pathLst>
                <a:path w="11345" h="10717" extrusionOk="0">
                  <a:moveTo>
                    <a:pt x="5672" y="10717"/>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93" name="Google Shape;693;p6"/>
            <p:cNvSpPr/>
            <p:nvPr/>
          </p:nvSpPr>
          <p:spPr>
            <a:xfrm>
              <a:off x="6097845" y="4568419"/>
              <a:ext cx="608631" cy="574940"/>
            </a:xfrm>
            <a:custGeom>
              <a:avLst/>
              <a:gdLst/>
              <a:ahLst/>
              <a:cxnLst/>
              <a:rect l="l" t="t" r="r" b="b"/>
              <a:pathLst>
                <a:path w="11345" h="10717" extrusionOk="0">
                  <a:moveTo>
                    <a:pt x="5661" y="10717"/>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94" name="Google Shape;694;p6"/>
            <p:cNvSpPr/>
            <p:nvPr/>
          </p:nvSpPr>
          <p:spPr>
            <a:xfrm>
              <a:off x="6707066" y="4568419"/>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95" name="Google Shape;695;p6"/>
            <p:cNvSpPr/>
            <p:nvPr/>
          </p:nvSpPr>
          <p:spPr>
            <a:xfrm>
              <a:off x="7315512" y="-16"/>
              <a:ext cx="608631" cy="574350"/>
            </a:xfrm>
            <a:custGeom>
              <a:avLst/>
              <a:gdLst/>
              <a:ahLst/>
              <a:cxnLst/>
              <a:rect l="l" t="t" r="r" b="b"/>
              <a:pathLst>
                <a:path w="11345" h="10706" extrusionOk="0">
                  <a:moveTo>
                    <a:pt x="5672" y="10705"/>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96" name="Google Shape;696;p6"/>
            <p:cNvSpPr/>
            <p:nvPr/>
          </p:nvSpPr>
          <p:spPr>
            <a:xfrm>
              <a:off x="7925270" y="-16"/>
              <a:ext cx="608631" cy="574350"/>
            </a:xfrm>
            <a:custGeom>
              <a:avLst/>
              <a:gdLst/>
              <a:ahLst/>
              <a:cxnLst/>
              <a:rect l="l" t="t" r="r" b="b"/>
              <a:pathLst>
                <a:path w="11345" h="10706" extrusionOk="0">
                  <a:moveTo>
                    <a:pt x="5661" y="10705"/>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97" name="Google Shape;697;p6"/>
            <p:cNvSpPr/>
            <p:nvPr/>
          </p:nvSpPr>
          <p:spPr>
            <a:xfrm>
              <a:off x="8534491" y="-16"/>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98" name="Google Shape;698;p6"/>
            <p:cNvSpPr/>
            <p:nvPr/>
          </p:nvSpPr>
          <p:spPr>
            <a:xfrm>
              <a:off x="7315512" y="571169"/>
              <a:ext cx="608631" cy="574350"/>
            </a:xfrm>
            <a:custGeom>
              <a:avLst/>
              <a:gdLst/>
              <a:ahLst/>
              <a:cxnLst/>
              <a:rect l="l" t="t" r="r" b="b"/>
              <a:pathLst>
                <a:path w="11345" h="10706" extrusionOk="0">
                  <a:moveTo>
                    <a:pt x="5672" y="10706"/>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99" name="Google Shape;699;p6"/>
            <p:cNvSpPr/>
            <p:nvPr/>
          </p:nvSpPr>
          <p:spPr>
            <a:xfrm>
              <a:off x="7925270" y="571169"/>
              <a:ext cx="608631" cy="574350"/>
            </a:xfrm>
            <a:custGeom>
              <a:avLst/>
              <a:gdLst/>
              <a:ahLst/>
              <a:cxnLst/>
              <a:rect l="l" t="t" r="r" b="b"/>
              <a:pathLst>
                <a:path w="11345" h="10706" extrusionOk="0">
                  <a:moveTo>
                    <a:pt x="5661" y="10706"/>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00" name="Google Shape;700;p6"/>
            <p:cNvSpPr/>
            <p:nvPr/>
          </p:nvSpPr>
          <p:spPr>
            <a:xfrm>
              <a:off x="8534491" y="571169"/>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01" name="Google Shape;701;p6"/>
            <p:cNvSpPr/>
            <p:nvPr/>
          </p:nvSpPr>
          <p:spPr>
            <a:xfrm>
              <a:off x="7315512" y="1142407"/>
              <a:ext cx="608631" cy="573706"/>
            </a:xfrm>
            <a:custGeom>
              <a:avLst/>
              <a:gdLst/>
              <a:ahLst/>
              <a:cxnLst/>
              <a:rect l="l" t="t" r="r" b="b"/>
              <a:pathLst>
                <a:path w="11345" h="10694" extrusionOk="0">
                  <a:moveTo>
                    <a:pt x="5672" y="10694"/>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02" name="Google Shape;702;p6"/>
            <p:cNvSpPr/>
            <p:nvPr/>
          </p:nvSpPr>
          <p:spPr>
            <a:xfrm>
              <a:off x="7925270" y="1142407"/>
              <a:ext cx="608631" cy="573706"/>
            </a:xfrm>
            <a:custGeom>
              <a:avLst/>
              <a:gdLst/>
              <a:ahLst/>
              <a:cxnLst/>
              <a:rect l="l" t="t" r="r" b="b"/>
              <a:pathLst>
                <a:path w="11345" h="10694" extrusionOk="0">
                  <a:moveTo>
                    <a:pt x="5661" y="10694"/>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03" name="Google Shape;703;p6"/>
            <p:cNvSpPr/>
            <p:nvPr/>
          </p:nvSpPr>
          <p:spPr>
            <a:xfrm>
              <a:off x="8534491" y="1142407"/>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04" name="Google Shape;704;p6"/>
            <p:cNvSpPr/>
            <p:nvPr/>
          </p:nvSpPr>
          <p:spPr>
            <a:xfrm>
              <a:off x="7315512" y="1713002"/>
              <a:ext cx="608631" cy="574350"/>
            </a:xfrm>
            <a:custGeom>
              <a:avLst/>
              <a:gdLst/>
              <a:ahLst/>
              <a:cxnLst/>
              <a:rect l="l" t="t" r="r" b="b"/>
              <a:pathLst>
                <a:path w="11345" h="10706" extrusionOk="0">
                  <a:moveTo>
                    <a:pt x="5672" y="10705"/>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05" name="Google Shape;705;p6"/>
            <p:cNvSpPr/>
            <p:nvPr/>
          </p:nvSpPr>
          <p:spPr>
            <a:xfrm>
              <a:off x="7925270" y="1713002"/>
              <a:ext cx="608631" cy="574350"/>
            </a:xfrm>
            <a:custGeom>
              <a:avLst/>
              <a:gdLst/>
              <a:ahLst/>
              <a:cxnLst/>
              <a:rect l="l" t="t" r="r" b="b"/>
              <a:pathLst>
                <a:path w="11345" h="10706" extrusionOk="0">
                  <a:moveTo>
                    <a:pt x="5661" y="10705"/>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06" name="Google Shape;706;p6"/>
            <p:cNvSpPr/>
            <p:nvPr/>
          </p:nvSpPr>
          <p:spPr>
            <a:xfrm>
              <a:off x="8534491" y="1713002"/>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07" name="Google Shape;707;p6"/>
            <p:cNvSpPr/>
            <p:nvPr/>
          </p:nvSpPr>
          <p:spPr>
            <a:xfrm>
              <a:off x="7315512" y="2284241"/>
              <a:ext cx="608631" cy="574940"/>
            </a:xfrm>
            <a:custGeom>
              <a:avLst/>
              <a:gdLst/>
              <a:ahLst/>
              <a:cxnLst/>
              <a:rect l="l" t="t" r="r" b="b"/>
              <a:pathLst>
                <a:path w="11345" h="10717" extrusionOk="0">
                  <a:moveTo>
                    <a:pt x="5672" y="10716"/>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08" name="Google Shape;708;p6"/>
            <p:cNvSpPr/>
            <p:nvPr/>
          </p:nvSpPr>
          <p:spPr>
            <a:xfrm>
              <a:off x="7925270" y="2284241"/>
              <a:ext cx="608631" cy="574940"/>
            </a:xfrm>
            <a:custGeom>
              <a:avLst/>
              <a:gdLst/>
              <a:ahLst/>
              <a:cxnLst/>
              <a:rect l="l" t="t" r="r" b="b"/>
              <a:pathLst>
                <a:path w="11345" h="10717" extrusionOk="0">
                  <a:moveTo>
                    <a:pt x="5661" y="10716"/>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09" name="Google Shape;709;p6"/>
            <p:cNvSpPr/>
            <p:nvPr/>
          </p:nvSpPr>
          <p:spPr>
            <a:xfrm>
              <a:off x="8534491" y="2284241"/>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10" name="Google Shape;710;p6"/>
            <p:cNvSpPr/>
            <p:nvPr/>
          </p:nvSpPr>
          <p:spPr>
            <a:xfrm>
              <a:off x="7315512" y="2856070"/>
              <a:ext cx="608631" cy="573706"/>
            </a:xfrm>
            <a:custGeom>
              <a:avLst/>
              <a:gdLst/>
              <a:ahLst/>
              <a:cxnLst/>
              <a:rect l="l" t="t" r="r" b="b"/>
              <a:pathLst>
                <a:path w="11345" h="10694" extrusionOk="0">
                  <a:moveTo>
                    <a:pt x="5672" y="10693"/>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11" name="Google Shape;711;p6"/>
            <p:cNvSpPr/>
            <p:nvPr/>
          </p:nvSpPr>
          <p:spPr>
            <a:xfrm>
              <a:off x="7925270" y="2856070"/>
              <a:ext cx="608631" cy="573706"/>
            </a:xfrm>
            <a:custGeom>
              <a:avLst/>
              <a:gdLst/>
              <a:ahLst/>
              <a:cxnLst/>
              <a:rect l="l" t="t" r="r" b="b"/>
              <a:pathLst>
                <a:path w="11345" h="10694" extrusionOk="0">
                  <a:moveTo>
                    <a:pt x="5661" y="10693"/>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12" name="Google Shape;712;p6"/>
            <p:cNvSpPr/>
            <p:nvPr/>
          </p:nvSpPr>
          <p:spPr>
            <a:xfrm>
              <a:off x="8534491" y="2856070"/>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13" name="Google Shape;713;p6"/>
            <p:cNvSpPr/>
            <p:nvPr/>
          </p:nvSpPr>
          <p:spPr>
            <a:xfrm>
              <a:off x="7315512" y="3426664"/>
              <a:ext cx="608631" cy="574296"/>
            </a:xfrm>
            <a:custGeom>
              <a:avLst/>
              <a:gdLst/>
              <a:ahLst/>
              <a:cxnLst/>
              <a:rect l="l" t="t" r="r" b="b"/>
              <a:pathLst>
                <a:path w="11345" h="10705" extrusionOk="0">
                  <a:moveTo>
                    <a:pt x="5672" y="10705"/>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14" name="Google Shape;714;p6"/>
            <p:cNvSpPr/>
            <p:nvPr/>
          </p:nvSpPr>
          <p:spPr>
            <a:xfrm>
              <a:off x="7925270" y="3426664"/>
              <a:ext cx="608631" cy="574296"/>
            </a:xfrm>
            <a:custGeom>
              <a:avLst/>
              <a:gdLst/>
              <a:ahLst/>
              <a:cxnLst/>
              <a:rect l="l" t="t" r="r" b="b"/>
              <a:pathLst>
                <a:path w="11345" h="10705" extrusionOk="0">
                  <a:moveTo>
                    <a:pt x="5661" y="10705"/>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15" name="Google Shape;715;p6"/>
            <p:cNvSpPr/>
            <p:nvPr/>
          </p:nvSpPr>
          <p:spPr>
            <a:xfrm>
              <a:off x="8534491" y="3426664"/>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16" name="Google Shape;716;p6"/>
            <p:cNvSpPr/>
            <p:nvPr/>
          </p:nvSpPr>
          <p:spPr>
            <a:xfrm>
              <a:off x="7315512" y="3997849"/>
              <a:ext cx="608631" cy="573706"/>
            </a:xfrm>
            <a:custGeom>
              <a:avLst/>
              <a:gdLst/>
              <a:ahLst/>
              <a:cxnLst/>
              <a:rect l="l" t="t" r="r" b="b"/>
              <a:pathLst>
                <a:path w="11345" h="10694" extrusionOk="0">
                  <a:moveTo>
                    <a:pt x="5672" y="10694"/>
                  </a:moveTo>
                  <a:lnTo>
                    <a:pt x="0"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17" name="Google Shape;717;p6"/>
            <p:cNvSpPr/>
            <p:nvPr/>
          </p:nvSpPr>
          <p:spPr>
            <a:xfrm>
              <a:off x="7925270" y="3997849"/>
              <a:ext cx="608631" cy="573706"/>
            </a:xfrm>
            <a:custGeom>
              <a:avLst/>
              <a:gdLst/>
              <a:ahLst/>
              <a:cxnLst/>
              <a:rect l="l" t="t" r="r" b="b"/>
              <a:pathLst>
                <a:path w="11345" h="10694" extrusionOk="0">
                  <a:moveTo>
                    <a:pt x="5661" y="10694"/>
                  </a:moveTo>
                  <a:lnTo>
                    <a:pt x="1" y="5342"/>
                  </a:lnTo>
                  <a:lnTo>
                    <a:pt x="5661" y="1"/>
                  </a:lnTo>
                  <a:lnTo>
                    <a:pt x="1134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18" name="Google Shape;718;p6"/>
            <p:cNvSpPr/>
            <p:nvPr/>
          </p:nvSpPr>
          <p:spPr>
            <a:xfrm>
              <a:off x="8534491" y="3997849"/>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19" name="Google Shape;719;p6"/>
            <p:cNvSpPr/>
            <p:nvPr/>
          </p:nvSpPr>
          <p:spPr>
            <a:xfrm>
              <a:off x="7315512" y="4568444"/>
              <a:ext cx="608631" cy="574940"/>
            </a:xfrm>
            <a:custGeom>
              <a:avLst/>
              <a:gdLst/>
              <a:ahLst/>
              <a:cxnLst/>
              <a:rect l="l" t="t" r="r" b="b"/>
              <a:pathLst>
                <a:path w="11345" h="10717" extrusionOk="0">
                  <a:moveTo>
                    <a:pt x="5672" y="10717"/>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20" name="Google Shape;720;p6"/>
            <p:cNvSpPr/>
            <p:nvPr/>
          </p:nvSpPr>
          <p:spPr>
            <a:xfrm>
              <a:off x="7925270" y="4568444"/>
              <a:ext cx="608631" cy="574940"/>
            </a:xfrm>
            <a:custGeom>
              <a:avLst/>
              <a:gdLst/>
              <a:ahLst/>
              <a:cxnLst/>
              <a:rect l="l" t="t" r="r" b="b"/>
              <a:pathLst>
                <a:path w="11345" h="10717" extrusionOk="0">
                  <a:moveTo>
                    <a:pt x="5661" y="10717"/>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721" name="Google Shape;721;p6"/>
            <p:cNvSpPr/>
            <p:nvPr/>
          </p:nvSpPr>
          <p:spPr>
            <a:xfrm>
              <a:off x="8534491" y="4568444"/>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722" name="Google Shape;722;p6"/>
          <p:cNvSpPr txBox="1">
            <a:spLocks noGrp="1"/>
          </p:cNvSpPr>
          <p:nvPr>
            <p:ph type="title"/>
          </p:nvPr>
        </p:nvSpPr>
        <p:spPr>
          <a:xfrm>
            <a:off x="720000" y="445025"/>
            <a:ext cx="77040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grpSp>
        <p:nvGrpSpPr>
          <p:cNvPr id="723" name="Google Shape;723;p6"/>
          <p:cNvGrpSpPr/>
          <p:nvPr/>
        </p:nvGrpSpPr>
        <p:grpSpPr>
          <a:xfrm>
            <a:off x="444125" y="539500"/>
            <a:ext cx="8255750" cy="4064500"/>
            <a:chOff x="444125" y="539500"/>
            <a:chExt cx="8255750" cy="4064500"/>
          </a:xfrm>
        </p:grpSpPr>
        <p:cxnSp>
          <p:nvCxnSpPr>
            <p:cNvPr id="724" name="Google Shape;724;p6"/>
            <p:cNvCxnSpPr/>
            <p:nvPr/>
          </p:nvCxnSpPr>
          <p:spPr>
            <a:xfrm rot="10800000">
              <a:off x="444125" y="3353300"/>
              <a:ext cx="0" cy="1250700"/>
            </a:xfrm>
            <a:prstGeom prst="straightConnector1">
              <a:avLst/>
            </a:prstGeom>
            <a:noFill/>
            <a:ln w="9525" cap="flat" cmpd="sng">
              <a:solidFill>
                <a:schemeClr val="dk2"/>
              </a:solidFill>
              <a:prstDash val="solid"/>
              <a:round/>
              <a:headEnd type="none" w="med" len="med"/>
              <a:tailEnd type="none" w="med" len="med"/>
            </a:ln>
          </p:spPr>
        </p:cxnSp>
        <p:cxnSp>
          <p:nvCxnSpPr>
            <p:cNvPr id="725" name="Google Shape;725;p6"/>
            <p:cNvCxnSpPr/>
            <p:nvPr/>
          </p:nvCxnSpPr>
          <p:spPr>
            <a:xfrm rot="10800000">
              <a:off x="8699875" y="539500"/>
              <a:ext cx="0" cy="259380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gradFill>
          <a:gsLst>
            <a:gs pos="0">
              <a:schemeClr val="accent1"/>
            </a:gs>
            <a:gs pos="100000">
              <a:schemeClr val="lt1"/>
            </a:gs>
          </a:gsLst>
          <a:path path="circle">
            <a:fillToRect l="50000" t="50000" r="50000" b="50000"/>
          </a:path>
          <a:tileRect/>
        </a:gradFill>
        <a:effectLst/>
      </p:bgPr>
    </p:bg>
    <p:spTree>
      <p:nvGrpSpPr>
        <p:cNvPr id="1" name="Shape 1009"/>
        <p:cNvGrpSpPr/>
        <p:nvPr/>
      </p:nvGrpSpPr>
      <p:grpSpPr>
        <a:xfrm>
          <a:off x="0" y="0"/>
          <a:ext cx="0" cy="0"/>
          <a:chOff x="0" y="0"/>
          <a:chExt cx="0" cy="0"/>
        </a:xfrm>
      </p:grpSpPr>
      <p:grpSp>
        <p:nvGrpSpPr>
          <p:cNvPr id="1010" name="Google Shape;1010;p9"/>
          <p:cNvGrpSpPr/>
          <p:nvPr/>
        </p:nvGrpSpPr>
        <p:grpSpPr>
          <a:xfrm>
            <a:off x="2" y="46"/>
            <a:ext cx="9143710" cy="5143425"/>
            <a:chOff x="2" y="-41"/>
            <a:chExt cx="9143710" cy="5143425"/>
          </a:xfrm>
        </p:grpSpPr>
        <p:sp>
          <p:nvSpPr>
            <p:cNvPr id="1011" name="Google Shape;1011;p9"/>
            <p:cNvSpPr/>
            <p:nvPr/>
          </p:nvSpPr>
          <p:spPr>
            <a:xfrm>
              <a:off x="2" y="-41"/>
              <a:ext cx="608631" cy="574350"/>
            </a:xfrm>
            <a:custGeom>
              <a:avLst/>
              <a:gdLst/>
              <a:ahLst/>
              <a:cxnLst/>
              <a:rect l="l" t="t" r="r" b="b"/>
              <a:pathLst>
                <a:path w="11345" h="10706" extrusionOk="0">
                  <a:moveTo>
                    <a:pt x="5661" y="10705"/>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12" name="Google Shape;1012;p9"/>
            <p:cNvSpPr/>
            <p:nvPr/>
          </p:nvSpPr>
          <p:spPr>
            <a:xfrm>
              <a:off x="609169" y="-41"/>
              <a:ext cx="609221" cy="574350"/>
            </a:xfrm>
            <a:custGeom>
              <a:avLst/>
              <a:gdLst/>
              <a:ahLst/>
              <a:cxnLst/>
              <a:rect l="l" t="t" r="r" b="b"/>
              <a:pathLst>
                <a:path w="11356" h="10706" extrusionOk="0">
                  <a:moveTo>
                    <a:pt x="5684" y="10705"/>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13" name="Google Shape;1013;p9"/>
            <p:cNvSpPr/>
            <p:nvPr/>
          </p:nvSpPr>
          <p:spPr>
            <a:xfrm>
              <a:off x="1218980" y="-41"/>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14" name="Google Shape;1014;p9"/>
            <p:cNvSpPr/>
            <p:nvPr/>
          </p:nvSpPr>
          <p:spPr>
            <a:xfrm>
              <a:off x="1828738" y="-41"/>
              <a:ext cx="608631" cy="574350"/>
            </a:xfrm>
            <a:custGeom>
              <a:avLst/>
              <a:gdLst/>
              <a:ahLst/>
              <a:cxnLst/>
              <a:rect l="l" t="t" r="r" b="b"/>
              <a:pathLst>
                <a:path w="11345" h="10706" extrusionOk="0">
                  <a:moveTo>
                    <a:pt x="5684" y="10705"/>
                  </a:moveTo>
                  <a:lnTo>
                    <a:pt x="1" y="5341"/>
                  </a:lnTo>
                  <a:lnTo>
                    <a:pt x="5684"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15" name="Google Shape;1015;p9"/>
            <p:cNvSpPr/>
            <p:nvPr/>
          </p:nvSpPr>
          <p:spPr>
            <a:xfrm>
              <a:off x="2439139" y="-41"/>
              <a:ext cx="608631" cy="574350"/>
            </a:xfrm>
            <a:custGeom>
              <a:avLst/>
              <a:gdLst/>
              <a:ahLst/>
              <a:cxnLst/>
              <a:rect l="l" t="t" r="r" b="b"/>
              <a:pathLst>
                <a:path w="11345" h="10706" extrusionOk="0">
                  <a:moveTo>
                    <a:pt x="5672" y="10705"/>
                  </a:moveTo>
                  <a:lnTo>
                    <a:pt x="1"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16" name="Google Shape;1016;p9"/>
            <p:cNvSpPr/>
            <p:nvPr/>
          </p:nvSpPr>
          <p:spPr>
            <a:xfrm>
              <a:off x="3048950" y="-41"/>
              <a:ext cx="608577" cy="574350"/>
            </a:xfrm>
            <a:custGeom>
              <a:avLst/>
              <a:gdLst/>
              <a:ahLst/>
              <a:cxnLst/>
              <a:rect l="l" t="t" r="r" b="b"/>
              <a:pathLst>
                <a:path w="11344" h="10706" extrusionOk="0">
                  <a:moveTo>
                    <a:pt x="5661" y="10705"/>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17" name="Google Shape;1017;p9"/>
            <p:cNvSpPr/>
            <p:nvPr/>
          </p:nvSpPr>
          <p:spPr>
            <a:xfrm>
              <a:off x="3658117" y="-41"/>
              <a:ext cx="609221" cy="574350"/>
            </a:xfrm>
            <a:custGeom>
              <a:avLst/>
              <a:gdLst/>
              <a:ahLst/>
              <a:cxnLst/>
              <a:rect l="l" t="t" r="r" b="b"/>
              <a:pathLst>
                <a:path w="11356" h="10706" extrusionOk="0">
                  <a:moveTo>
                    <a:pt x="5684" y="10705"/>
                  </a:moveTo>
                  <a:lnTo>
                    <a:pt x="0" y="5341"/>
                  </a:lnTo>
                  <a:lnTo>
                    <a:pt x="5684"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18" name="Google Shape;1018;p9"/>
            <p:cNvSpPr/>
            <p:nvPr/>
          </p:nvSpPr>
          <p:spPr>
            <a:xfrm>
              <a:off x="4267875" y="-41"/>
              <a:ext cx="609221" cy="574350"/>
            </a:xfrm>
            <a:custGeom>
              <a:avLst/>
              <a:gdLst/>
              <a:ahLst/>
              <a:cxnLst/>
              <a:rect l="l" t="t" r="r" b="b"/>
              <a:pathLst>
                <a:path w="11356" h="10706" extrusionOk="0">
                  <a:moveTo>
                    <a:pt x="5684" y="10705"/>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19" name="Google Shape;1019;p9"/>
            <p:cNvSpPr/>
            <p:nvPr/>
          </p:nvSpPr>
          <p:spPr>
            <a:xfrm>
              <a:off x="4878276" y="-41"/>
              <a:ext cx="609221" cy="574350"/>
            </a:xfrm>
            <a:custGeom>
              <a:avLst/>
              <a:gdLst/>
              <a:ahLst/>
              <a:cxnLst/>
              <a:rect l="l" t="t" r="r" b="b"/>
              <a:pathLst>
                <a:path w="11356" h="10706" extrusionOk="0">
                  <a:moveTo>
                    <a:pt x="5673" y="10705"/>
                  </a:moveTo>
                  <a:lnTo>
                    <a:pt x="1" y="5341"/>
                  </a:lnTo>
                  <a:lnTo>
                    <a:pt x="5673"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20" name="Google Shape;1020;p9"/>
            <p:cNvSpPr/>
            <p:nvPr/>
          </p:nvSpPr>
          <p:spPr>
            <a:xfrm>
              <a:off x="5488087" y="-41"/>
              <a:ext cx="608631" cy="574350"/>
            </a:xfrm>
            <a:custGeom>
              <a:avLst/>
              <a:gdLst/>
              <a:ahLst/>
              <a:cxnLst/>
              <a:rect l="l" t="t" r="r" b="b"/>
              <a:pathLst>
                <a:path w="11345" h="10706" extrusionOk="0">
                  <a:moveTo>
                    <a:pt x="5672" y="10705"/>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21" name="Google Shape;1021;p9"/>
            <p:cNvSpPr/>
            <p:nvPr/>
          </p:nvSpPr>
          <p:spPr>
            <a:xfrm>
              <a:off x="6097845" y="-41"/>
              <a:ext cx="608631" cy="574350"/>
            </a:xfrm>
            <a:custGeom>
              <a:avLst/>
              <a:gdLst/>
              <a:ahLst/>
              <a:cxnLst/>
              <a:rect l="l" t="t" r="r" b="b"/>
              <a:pathLst>
                <a:path w="11345" h="10706" extrusionOk="0">
                  <a:moveTo>
                    <a:pt x="5661" y="10705"/>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22" name="Google Shape;1022;p9"/>
            <p:cNvSpPr/>
            <p:nvPr/>
          </p:nvSpPr>
          <p:spPr>
            <a:xfrm>
              <a:off x="6707066" y="-41"/>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23" name="Google Shape;1023;p9"/>
            <p:cNvSpPr/>
            <p:nvPr/>
          </p:nvSpPr>
          <p:spPr>
            <a:xfrm>
              <a:off x="2" y="571144"/>
              <a:ext cx="608631" cy="574350"/>
            </a:xfrm>
            <a:custGeom>
              <a:avLst/>
              <a:gdLst/>
              <a:ahLst/>
              <a:cxnLst/>
              <a:rect l="l" t="t" r="r" b="b"/>
              <a:pathLst>
                <a:path w="11345" h="10706" extrusionOk="0">
                  <a:moveTo>
                    <a:pt x="5661" y="10706"/>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24" name="Google Shape;1024;p9"/>
            <p:cNvSpPr/>
            <p:nvPr/>
          </p:nvSpPr>
          <p:spPr>
            <a:xfrm>
              <a:off x="609169" y="571144"/>
              <a:ext cx="609221" cy="574350"/>
            </a:xfrm>
            <a:custGeom>
              <a:avLst/>
              <a:gdLst/>
              <a:ahLst/>
              <a:cxnLst/>
              <a:rect l="l" t="t" r="r" b="b"/>
              <a:pathLst>
                <a:path w="11356" h="10706" extrusionOk="0">
                  <a:moveTo>
                    <a:pt x="5684" y="10706"/>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25" name="Google Shape;1025;p9"/>
            <p:cNvSpPr/>
            <p:nvPr/>
          </p:nvSpPr>
          <p:spPr>
            <a:xfrm>
              <a:off x="1218980" y="571144"/>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26" name="Google Shape;1026;p9"/>
            <p:cNvSpPr/>
            <p:nvPr/>
          </p:nvSpPr>
          <p:spPr>
            <a:xfrm>
              <a:off x="1828738" y="571144"/>
              <a:ext cx="608631" cy="574350"/>
            </a:xfrm>
            <a:custGeom>
              <a:avLst/>
              <a:gdLst/>
              <a:ahLst/>
              <a:cxnLst/>
              <a:rect l="l" t="t" r="r" b="b"/>
              <a:pathLst>
                <a:path w="11345" h="10706" extrusionOk="0">
                  <a:moveTo>
                    <a:pt x="5684" y="10706"/>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27" name="Google Shape;1027;p9"/>
            <p:cNvSpPr/>
            <p:nvPr/>
          </p:nvSpPr>
          <p:spPr>
            <a:xfrm>
              <a:off x="2439139" y="571144"/>
              <a:ext cx="608631" cy="574350"/>
            </a:xfrm>
            <a:custGeom>
              <a:avLst/>
              <a:gdLst/>
              <a:ahLst/>
              <a:cxnLst/>
              <a:rect l="l" t="t" r="r" b="b"/>
              <a:pathLst>
                <a:path w="11345" h="10706" extrusionOk="0">
                  <a:moveTo>
                    <a:pt x="5672" y="10706"/>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28" name="Google Shape;1028;p9"/>
            <p:cNvSpPr/>
            <p:nvPr/>
          </p:nvSpPr>
          <p:spPr>
            <a:xfrm>
              <a:off x="3048950" y="571144"/>
              <a:ext cx="608577" cy="574350"/>
            </a:xfrm>
            <a:custGeom>
              <a:avLst/>
              <a:gdLst/>
              <a:ahLst/>
              <a:cxnLst/>
              <a:rect l="l" t="t" r="r" b="b"/>
              <a:pathLst>
                <a:path w="11344" h="10706" extrusionOk="0">
                  <a:moveTo>
                    <a:pt x="5661" y="10706"/>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29" name="Google Shape;1029;p9"/>
            <p:cNvSpPr/>
            <p:nvPr/>
          </p:nvSpPr>
          <p:spPr>
            <a:xfrm>
              <a:off x="3658117" y="571144"/>
              <a:ext cx="609221" cy="574350"/>
            </a:xfrm>
            <a:custGeom>
              <a:avLst/>
              <a:gdLst/>
              <a:ahLst/>
              <a:cxnLst/>
              <a:rect l="l" t="t" r="r" b="b"/>
              <a:pathLst>
                <a:path w="11356" h="10706" extrusionOk="0">
                  <a:moveTo>
                    <a:pt x="5684" y="10706"/>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30" name="Google Shape;1030;p9"/>
            <p:cNvSpPr/>
            <p:nvPr/>
          </p:nvSpPr>
          <p:spPr>
            <a:xfrm>
              <a:off x="4267875" y="571144"/>
              <a:ext cx="609221" cy="574350"/>
            </a:xfrm>
            <a:custGeom>
              <a:avLst/>
              <a:gdLst/>
              <a:ahLst/>
              <a:cxnLst/>
              <a:rect l="l" t="t" r="r" b="b"/>
              <a:pathLst>
                <a:path w="11356" h="10706" extrusionOk="0">
                  <a:moveTo>
                    <a:pt x="5684" y="10706"/>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31" name="Google Shape;1031;p9"/>
            <p:cNvSpPr/>
            <p:nvPr/>
          </p:nvSpPr>
          <p:spPr>
            <a:xfrm>
              <a:off x="4878276" y="571144"/>
              <a:ext cx="609221" cy="574350"/>
            </a:xfrm>
            <a:custGeom>
              <a:avLst/>
              <a:gdLst/>
              <a:ahLst/>
              <a:cxnLst/>
              <a:rect l="l" t="t" r="r" b="b"/>
              <a:pathLst>
                <a:path w="11356" h="10706" extrusionOk="0">
                  <a:moveTo>
                    <a:pt x="5673" y="10706"/>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32" name="Google Shape;1032;p9"/>
            <p:cNvSpPr/>
            <p:nvPr/>
          </p:nvSpPr>
          <p:spPr>
            <a:xfrm>
              <a:off x="5488087" y="571144"/>
              <a:ext cx="608631" cy="574350"/>
            </a:xfrm>
            <a:custGeom>
              <a:avLst/>
              <a:gdLst/>
              <a:ahLst/>
              <a:cxnLst/>
              <a:rect l="l" t="t" r="r" b="b"/>
              <a:pathLst>
                <a:path w="11345" h="10706" extrusionOk="0">
                  <a:moveTo>
                    <a:pt x="5672" y="10706"/>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33" name="Google Shape;1033;p9"/>
            <p:cNvSpPr/>
            <p:nvPr/>
          </p:nvSpPr>
          <p:spPr>
            <a:xfrm>
              <a:off x="6097845" y="571144"/>
              <a:ext cx="608631" cy="574350"/>
            </a:xfrm>
            <a:custGeom>
              <a:avLst/>
              <a:gdLst/>
              <a:ahLst/>
              <a:cxnLst/>
              <a:rect l="l" t="t" r="r" b="b"/>
              <a:pathLst>
                <a:path w="11345" h="10706" extrusionOk="0">
                  <a:moveTo>
                    <a:pt x="5661" y="10706"/>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34" name="Google Shape;1034;p9"/>
            <p:cNvSpPr/>
            <p:nvPr/>
          </p:nvSpPr>
          <p:spPr>
            <a:xfrm>
              <a:off x="6707066" y="571144"/>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35" name="Google Shape;1035;p9"/>
            <p:cNvSpPr/>
            <p:nvPr/>
          </p:nvSpPr>
          <p:spPr>
            <a:xfrm>
              <a:off x="2" y="1142382"/>
              <a:ext cx="608631" cy="573706"/>
            </a:xfrm>
            <a:custGeom>
              <a:avLst/>
              <a:gdLst/>
              <a:ahLst/>
              <a:cxnLst/>
              <a:rect l="l" t="t" r="r" b="b"/>
              <a:pathLst>
                <a:path w="11345" h="10694" extrusionOk="0">
                  <a:moveTo>
                    <a:pt x="5661" y="10694"/>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36" name="Google Shape;1036;p9"/>
            <p:cNvSpPr/>
            <p:nvPr/>
          </p:nvSpPr>
          <p:spPr>
            <a:xfrm>
              <a:off x="609169" y="1142382"/>
              <a:ext cx="609221" cy="573706"/>
            </a:xfrm>
            <a:custGeom>
              <a:avLst/>
              <a:gdLst/>
              <a:ahLst/>
              <a:cxnLst/>
              <a:rect l="l" t="t" r="r" b="b"/>
              <a:pathLst>
                <a:path w="11356" h="10694" extrusionOk="0">
                  <a:moveTo>
                    <a:pt x="5684" y="10694"/>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37" name="Google Shape;1037;p9"/>
            <p:cNvSpPr/>
            <p:nvPr/>
          </p:nvSpPr>
          <p:spPr>
            <a:xfrm>
              <a:off x="1218980" y="1142382"/>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38" name="Google Shape;1038;p9"/>
            <p:cNvSpPr/>
            <p:nvPr/>
          </p:nvSpPr>
          <p:spPr>
            <a:xfrm>
              <a:off x="1828738" y="1142382"/>
              <a:ext cx="608631" cy="573706"/>
            </a:xfrm>
            <a:custGeom>
              <a:avLst/>
              <a:gdLst/>
              <a:ahLst/>
              <a:cxnLst/>
              <a:rect l="l" t="t" r="r" b="b"/>
              <a:pathLst>
                <a:path w="11345" h="10694" extrusionOk="0">
                  <a:moveTo>
                    <a:pt x="5684" y="10694"/>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39" name="Google Shape;1039;p9"/>
            <p:cNvSpPr/>
            <p:nvPr/>
          </p:nvSpPr>
          <p:spPr>
            <a:xfrm>
              <a:off x="2439139" y="1142382"/>
              <a:ext cx="608631" cy="573706"/>
            </a:xfrm>
            <a:custGeom>
              <a:avLst/>
              <a:gdLst/>
              <a:ahLst/>
              <a:cxnLst/>
              <a:rect l="l" t="t" r="r" b="b"/>
              <a:pathLst>
                <a:path w="11345" h="10694" extrusionOk="0">
                  <a:moveTo>
                    <a:pt x="5672" y="10694"/>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40" name="Google Shape;1040;p9"/>
            <p:cNvSpPr/>
            <p:nvPr/>
          </p:nvSpPr>
          <p:spPr>
            <a:xfrm>
              <a:off x="3048950" y="1142382"/>
              <a:ext cx="608577" cy="573706"/>
            </a:xfrm>
            <a:custGeom>
              <a:avLst/>
              <a:gdLst/>
              <a:ahLst/>
              <a:cxnLst/>
              <a:rect l="l" t="t" r="r" b="b"/>
              <a:pathLst>
                <a:path w="11344" h="10694" extrusionOk="0">
                  <a:moveTo>
                    <a:pt x="5661" y="10694"/>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41" name="Google Shape;1041;p9"/>
            <p:cNvSpPr/>
            <p:nvPr/>
          </p:nvSpPr>
          <p:spPr>
            <a:xfrm>
              <a:off x="3658117" y="1142382"/>
              <a:ext cx="609221" cy="573706"/>
            </a:xfrm>
            <a:custGeom>
              <a:avLst/>
              <a:gdLst/>
              <a:ahLst/>
              <a:cxnLst/>
              <a:rect l="l" t="t" r="r" b="b"/>
              <a:pathLst>
                <a:path w="11356" h="10694" extrusionOk="0">
                  <a:moveTo>
                    <a:pt x="5684" y="10694"/>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42" name="Google Shape;1042;p9"/>
            <p:cNvSpPr/>
            <p:nvPr/>
          </p:nvSpPr>
          <p:spPr>
            <a:xfrm>
              <a:off x="4267875" y="1142382"/>
              <a:ext cx="609221" cy="573706"/>
            </a:xfrm>
            <a:custGeom>
              <a:avLst/>
              <a:gdLst/>
              <a:ahLst/>
              <a:cxnLst/>
              <a:rect l="l" t="t" r="r" b="b"/>
              <a:pathLst>
                <a:path w="11356" h="10694" extrusionOk="0">
                  <a:moveTo>
                    <a:pt x="5684" y="10694"/>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43" name="Google Shape;1043;p9"/>
            <p:cNvSpPr/>
            <p:nvPr/>
          </p:nvSpPr>
          <p:spPr>
            <a:xfrm>
              <a:off x="4878276" y="1142382"/>
              <a:ext cx="609221" cy="573706"/>
            </a:xfrm>
            <a:custGeom>
              <a:avLst/>
              <a:gdLst/>
              <a:ahLst/>
              <a:cxnLst/>
              <a:rect l="l" t="t" r="r" b="b"/>
              <a:pathLst>
                <a:path w="11356" h="10694" extrusionOk="0">
                  <a:moveTo>
                    <a:pt x="5673" y="10694"/>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44" name="Google Shape;1044;p9"/>
            <p:cNvSpPr/>
            <p:nvPr/>
          </p:nvSpPr>
          <p:spPr>
            <a:xfrm>
              <a:off x="5488087" y="1142382"/>
              <a:ext cx="608631" cy="573706"/>
            </a:xfrm>
            <a:custGeom>
              <a:avLst/>
              <a:gdLst/>
              <a:ahLst/>
              <a:cxnLst/>
              <a:rect l="l" t="t" r="r" b="b"/>
              <a:pathLst>
                <a:path w="11345" h="10694" extrusionOk="0">
                  <a:moveTo>
                    <a:pt x="5672" y="10694"/>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45" name="Google Shape;1045;p9"/>
            <p:cNvSpPr/>
            <p:nvPr/>
          </p:nvSpPr>
          <p:spPr>
            <a:xfrm>
              <a:off x="6097845" y="1142382"/>
              <a:ext cx="608631" cy="573706"/>
            </a:xfrm>
            <a:custGeom>
              <a:avLst/>
              <a:gdLst/>
              <a:ahLst/>
              <a:cxnLst/>
              <a:rect l="l" t="t" r="r" b="b"/>
              <a:pathLst>
                <a:path w="11345" h="10694" extrusionOk="0">
                  <a:moveTo>
                    <a:pt x="5661" y="10694"/>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46" name="Google Shape;1046;p9"/>
            <p:cNvSpPr/>
            <p:nvPr/>
          </p:nvSpPr>
          <p:spPr>
            <a:xfrm>
              <a:off x="6707066" y="1142382"/>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47" name="Google Shape;1047;p9"/>
            <p:cNvSpPr/>
            <p:nvPr/>
          </p:nvSpPr>
          <p:spPr>
            <a:xfrm>
              <a:off x="2" y="1712977"/>
              <a:ext cx="608631" cy="574350"/>
            </a:xfrm>
            <a:custGeom>
              <a:avLst/>
              <a:gdLst/>
              <a:ahLst/>
              <a:cxnLst/>
              <a:rect l="l" t="t" r="r" b="b"/>
              <a:pathLst>
                <a:path w="11345" h="10706" extrusionOk="0">
                  <a:moveTo>
                    <a:pt x="5661" y="10705"/>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48" name="Google Shape;1048;p9"/>
            <p:cNvSpPr/>
            <p:nvPr/>
          </p:nvSpPr>
          <p:spPr>
            <a:xfrm>
              <a:off x="609169" y="1712977"/>
              <a:ext cx="609221" cy="574350"/>
            </a:xfrm>
            <a:custGeom>
              <a:avLst/>
              <a:gdLst/>
              <a:ahLst/>
              <a:cxnLst/>
              <a:rect l="l" t="t" r="r" b="b"/>
              <a:pathLst>
                <a:path w="11356" h="10706" extrusionOk="0">
                  <a:moveTo>
                    <a:pt x="5684" y="10705"/>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49" name="Google Shape;1049;p9"/>
            <p:cNvSpPr/>
            <p:nvPr/>
          </p:nvSpPr>
          <p:spPr>
            <a:xfrm>
              <a:off x="1218980" y="1712977"/>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50" name="Google Shape;1050;p9"/>
            <p:cNvSpPr/>
            <p:nvPr/>
          </p:nvSpPr>
          <p:spPr>
            <a:xfrm>
              <a:off x="1828738" y="1712977"/>
              <a:ext cx="608631" cy="574350"/>
            </a:xfrm>
            <a:custGeom>
              <a:avLst/>
              <a:gdLst/>
              <a:ahLst/>
              <a:cxnLst/>
              <a:rect l="l" t="t" r="r" b="b"/>
              <a:pathLst>
                <a:path w="11345" h="10706" extrusionOk="0">
                  <a:moveTo>
                    <a:pt x="5684" y="10705"/>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51" name="Google Shape;1051;p9"/>
            <p:cNvSpPr/>
            <p:nvPr/>
          </p:nvSpPr>
          <p:spPr>
            <a:xfrm>
              <a:off x="2439139" y="1712977"/>
              <a:ext cx="608631" cy="574350"/>
            </a:xfrm>
            <a:custGeom>
              <a:avLst/>
              <a:gdLst/>
              <a:ahLst/>
              <a:cxnLst/>
              <a:rect l="l" t="t" r="r" b="b"/>
              <a:pathLst>
                <a:path w="11345" h="10706" extrusionOk="0">
                  <a:moveTo>
                    <a:pt x="5672" y="10705"/>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52" name="Google Shape;1052;p9"/>
            <p:cNvSpPr/>
            <p:nvPr/>
          </p:nvSpPr>
          <p:spPr>
            <a:xfrm>
              <a:off x="3048950" y="1712977"/>
              <a:ext cx="608577" cy="574350"/>
            </a:xfrm>
            <a:custGeom>
              <a:avLst/>
              <a:gdLst/>
              <a:ahLst/>
              <a:cxnLst/>
              <a:rect l="l" t="t" r="r" b="b"/>
              <a:pathLst>
                <a:path w="11344" h="10706" extrusionOk="0">
                  <a:moveTo>
                    <a:pt x="5661" y="10705"/>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53" name="Google Shape;1053;p9"/>
            <p:cNvSpPr/>
            <p:nvPr/>
          </p:nvSpPr>
          <p:spPr>
            <a:xfrm>
              <a:off x="3658117" y="1712977"/>
              <a:ext cx="609221" cy="574350"/>
            </a:xfrm>
            <a:custGeom>
              <a:avLst/>
              <a:gdLst/>
              <a:ahLst/>
              <a:cxnLst/>
              <a:rect l="l" t="t" r="r" b="b"/>
              <a:pathLst>
                <a:path w="11356" h="10706" extrusionOk="0">
                  <a:moveTo>
                    <a:pt x="5684" y="10705"/>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54" name="Google Shape;1054;p9"/>
            <p:cNvSpPr/>
            <p:nvPr/>
          </p:nvSpPr>
          <p:spPr>
            <a:xfrm>
              <a:off x="4267875" y="1712977"/>
              <a:ext cx="609221" cy="574350"/>
            </a:xfrm>
            <a:custGeom>
              <a:avLst/>
              <a:gdLst/>
              <a:ahLst/>
              <a:cxnLst/>
              <a:rect l="l" t="t" r="r" b="b"/>
              <a:pathLst>
                <a:path w="11356" h="10706" extrusionOk="0">
                  <a:moveTo>
                    <a:pt x="5684" y="10705"/>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55" name="Google Shape;1055;p9"/>
            <p:cNvSpPr/>
            <p:nvPr/>
          </p:nvSpPr>
          <p:spPr>
            <a:xfrm>
              <a:off x="4878276" y="1712977"/>
              <a:ext cx="609221" cy="574350"/>
            </a:xfrm>
            <a:custGeom>
              <a:avLst/>
              <a:gdLst/>
              <a:ahLst/>
              <a:cxnLst/>
              <a:rect l="l" t="t" r="r" b="b"/>
              <a:pathLst>
                <a:path w="11356" h="10706" extrusionOk="0">
                  <a:moveTo>
                    <a:pt x="5673" y="10705"/>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56" name="Google Shape;1056;p9"/>
            <p:cNvSpPr/>
            <p:nvPr/>
          </p:nvSpPr>
          <p:spPr>
            <a:xfrm>
              <a:off x="5488087" y="1712977"/>
              <a:ext cx="608631" cy="574350"/>
            </a:xfrm>
            <a:custGeom>
              <a:avLst/>
              <a:gdLst/>
              <a:ahLst/>
              <a:cxnLst/>
              <a:rect l="l" t="t" r="r" b="b"/>
              <a:pathLst>
                <a:path w="11345" h="10706" extrusionOk="0">
                  <a:moveTo>
                    <a:pt x="5672" y="10705"/>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57" name="Google Shape;1057;p9"/>
            <p:cNvSpPr/>
            <p:nvPr/>
          </p:nvSpPr>
          <p:spPr>
            <a:xfrm>
              <a:off x="6097845" y="1712977"/>
              <a:ext cx="608631" cy="574350"/>
            </a:xfrm>
            <a:custGeom>
              <a:avLst/>
              <a:gdLst/>
              <a:ahLst/>
              <a:cxnLst/>
              <a:rect l="l" t="t" r="r" b="b"/>
              <a:pathLst>
                <a:path w="11345" h="10706" extrusionOk="0">
                  <a:moveTo>
                    <a:pt x="5661" y="10705"/>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58" name="Google Shape;1058;p9"/>
            <p:cNvSpPr/>
            <p:nvPr/>
          </p:nvSpPr>
          <p:spPr>
            <a:xfrm>
              <a:off x="6707066" y="1712977"/>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59" name="Google Shape;1059;p9"/>
            <p:cNvSpPr/>
            <p:nvPr/>
          </p:nvSpPr>
          <p:spPr>
            <a:xfrm>
              <a:off x="2" y="2284216"/>
              <a:ext cx="608631" cy="574940"/>
            </a:xfrm>
            <a:custGeom>
              <a:avLst/>
              <a:gdLst/>
              <a:ahLst/>
              <a:cxnLst/>
              <a:rect l="l" t="t" r="r" b="b"/>
              <a:pathLst>
                <a:path w="11345" h="10717" extrusionOk="0">
                  <a:moveTo>
                    <a:pt x="5661" y="10716"/>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60" name="Google Shape;1060;p9"/>
            <p:cNvSpPr/>
            <p:nvPr/>
          </p:nvSpPr>
          <p:spPr>
            <a:xfrm>
              <a:off x="609169" y="2284216"/>
              <a:ext cx="609221" cy="574940"/>
            </a:xfrm>
            <a:custGeom>
              <a:avLst/>
              <a:gdLst/>
              <a:ahLst/>
              <a:cxnLst/>
              <a:rect l="l" t="t" r="r" b="b"/>
              <a:pathLst>
                <a:path w="11356" h="10717" extrusionOk="0">
                  <a:moveTo>
                    <a:pt x="5684" y="10716"/>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61" name="Google Shape;1061;p9"/>
            <p:cNvSpPr/>
            <p:nvPr/>
          </p:nvSpPr>
          <p:spPr>
            <a:xfrm>
              <a:off x="1218980" y="2284216"/>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62" name="Google Shape;1062;p9"/>
            <p:cNvSpPr/>
            <p:nvPr/>
          </p:nvSpPr>
          <p:spPr>
            <a:xfrm>
              <a:off x="1828738" y="2284216"/>
              <a:ext cx="608631" cy="574940"/>
            </a:xfrm>
            <a:custGeom>
              <a:avLst/>
              <a:gdLst/>
              <a:ahLst/>
              <a:cxnLst/>
              <a:rect l="l" t="t" r="r" b="b"/>
              <a:pathLst>
                <a:path w="11345" h="10717" extrusionOk="0">
                  <a:moveTo>
                    <a:pt x="5684" y="10716"/>
                  </a:moveTo>
                  <a:lnTo>
                    <a:pt x="1" y="5352"/>
                  </a:lnTo>
                  <a:lnTo>
                    <a:pt x="5684"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63" name="Google Shape;1063;p9"/>
            <p:cNvSpPr/>
            <p:nvPr/>
          </p:nvSpPr>
          <p:spPr>
            <a:xfrm>
              <a:off x="2439139" y="2284216"/>
              <a:ext cx="608631" cy="574940"/>
            </a:xfrm>
            <a:custGeom>
              <a:avLst/>
              <a:gdLst/>
              <a:ahLst/>
              <a:cxnLst/>
              <a:rect l="l" t="t" r="r" b="b"/>
              <a:pathLst>
                <a:path w="11345" h="10717" extrusionOk="0">
                  <a:moveTo>
                    <a:pt x="5672" y="10716"/>
                  </a:moveTo>
                  <a:lnTo>
                    <a:pt x="1"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64" name="Google Shape;1064;p9"/>
            <p:cNvSpPr/>
            <p:nvPr/>
          </p:nvSpPr>
          <p:spPr>
            <a:xfrm>
              <a:off x="3048950" y="2284216"/>
              <a:ext cx="608577" cy="574940"/>
            </a:xfrm>
            <a:custGeom>
              <a:avLst/>
              <a:gdLst/>
              <a:ahLst/>
              <a:cxnLst/>
              <a:rect l="l" t="t" r="r" b="b"/>
              <a:pathLst>
                <a:path w="11344" h="10717" extrusionOk="0">
                  <a:moveTo>
                    <a:pt x="5661" y="10716"/>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65" name="Google Shape;1065;p9"/>
            <p:cNvSpPr/>
            <p:nvPr/>
          </p:nvSpPr>
          <p:spPr>
            <a:xfrm>
              <a:off x="3658117" y="2284216"/>
              <a:ext cx="609221" cy="574940"/>
            </a:xfrm>
            <a:custGeom>
              <a:avLst/>
              <a:gdLst/>
              <a:ahLst/>
              <a:cxnLst/>
              <a:rect l="l" t="t" r="r" b="b"/>
              <a:pathLst>
                <a:path w="11356" h="10717" extrusionOk="0">
                  <a:moveTo>
                    <a:pt x="5684" y="10716"/>
                  </a:moveTo>
                  <a:lnTo>
                    <a:pt x="0" y="5352"/>
                  </a:lnTo>
                  <a:lnTo>
                    <a:pt x="5684"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66" name="Google Shape;1066;p9"/>
            <p:cNvSpPr/>
            <p:nvPr/>
          </p:nvSpPr>
          <p:spPr>
            <a:xfrm>
              <a:off x="4267875" y="2284216"/>
              <a:ext cx="609221" cy="574940"/>
            </a:xfrm>
            <a:custGeom>
              <a:avLst/>
              <a:gdLst/>
              <a:ahLst/>
              <a:cxnLst/>
              <a:rect l="l" t="t" r="r" b="b"/>
              <a:pathLst>
                <a:path w="11356" h="10717" extrusionOk="0">
                  <a:moveTo>
                    <a:pt x="5684" y="10716"/>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67" name="Google Shape;1067;p9"/>
            <p:cNvSpPr/>
            <p:nvPr/>
          </p:nvSpPr>
          <p:spPr>
            <a:xfrm>
              <a:off x="4878276" y="2284216"/>
              <a:ext cx="609221" cy="574940"/>
            </a:xfrm>
            <a:custGeom>
              <a:avLst/>
              <a:gdLst/>
              <a:ahLst/>
              <a:cxnLst/>
              <a:rect l="l" t="t" r="r" b="b"/>
              <a:pathLst>
                <a:path w="11356" h="10717" extrusionOk="0">
                  <a:moveTo>
                    <a:pt x="5673" y="10716"/>
                  </a:moveTo>
                  <a:lnTo>
                    <a:pt x="1" y="5352"/>
                  </a:lnTo>
                  <a:lnTo>
                    <a:pt x="5673"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68" name="Google Shape;1068;p9"/>
            <p:cNvSpPr/>
            <p:nvPr/>
          </p:nvSpPr>
          <p:spPr>
            <a:xfrm>
              <a:off x="5488087" y="2284216"/>
              <a:ext cx="608631" cy="574940"/>
            </a:xfrm>
            <a:custGeom>
              <a:avLst/>
              <a:gdLst/>
              <a:ahLst/>
              <a:cxnLst/>
              <a:rect l="l" t="t" r="r" b="b"/>
              <a:pathLst>
                <a:path w="11345" h="10717" extrusionOk="0">
                  <a:moveTo>
                    <a:pt x="5672" y="10716"/>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69" name="Google Shape;1069;p9"/>
            <p:cNvSpPr/>
            <p:nvPr/>
          </p:nvSpPr>
          <p:spPr>
            <a:xfrm>
              <a:off x="6097845" y="2284216"/>
              <a:ext cx="608631" cy="574940"/>
            </a:xfrm>
            <a:custGeom>
              <a:avLst/>
              <a:gdLst/>
              <a:ahLst/>
              <a:cxnLst/>
              <a:rect l="l" t="t" r="r" b="b"/>
              <a:pathLst>
                <a:path w="11345" h="10717" extrusionOk="0">
                  <a:moveTo>
                    <a:pt x="5661" y="10716"/>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0" name="Google Shape;1070;p9"/>
            <p:cNvSpPr/>
            <p:nvPr/>
          </p:nvSpPr>
          <p:spPr>
            <a:xfrm>
              <a:off x="6707066" y="2284216"/>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1" name="Google Shape;1071;p9"/>
            <p:cNvSpPr/>
            <p:nvPr/>
          </p:nvSpPr>
          <p:spPr>
            <a:xfrm>
              <a:off x="2" y="2856045"/>
              <a:ext cx="608631" cy="573706"/>
            </a:xfrm>
            <a:custGeom>
              <a:avLst/>
              <a:gdLst/>
              <a:ahLst/>
              <a:cxnLst/>
              <a:rect l="l" t="t" r="r" b="b"/>
              <a:pathLst>
                <a:path w="11345" h="10694" extrusionOk="0">
                  <a:moveTo>
                    <a:pt x="5661" y="10693"/>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2" name="Google Shape;1072;p9"/>
            <p:cNvSpPr/>
            <p:nvPr/>
          </p:nvSpPr>
          <p:spPr>
            <a:xfrm>
              <a:off x="609169" y="2856045"/>
              <a:ext cx="609221" cy="573706"/>
            </a:xfrm>
            <a:custGeom>
              <a:avLst/>
              <a:gdLst/>
              <a:ahLst/>
              <a:cxnLst/>
              <a:rect l="l" t="t" r="r" b="b"/>
              <a:pathLst>
                <a:path w="11356" h="10694" extrusionOk="0">
                  <a:moveTo>
                    <a:pt x="5684" y="10693"/>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3" name="Google Shape;1073;p9"/>
            <p:cNvSpPr/>
            <p:nvPr/>
          </p:nvSpPr>
          <p:spPr>
            <a:xfrm>
              <a:off x="1218980" y="2856045"/>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4" name="Google Shape;1074;p9"/>
            <p:cNvSpPr/>
            <p:nvPr/>
          </p:nvSpPr>
          <p:spPr>
            <a:xfrm>
              <a:off x="1828738" y="2856045"/>
              <a:ext cx="608631" cy="573706"/>
            </a:xfrm>
            <a:custGeom>
              <a:avLst/>
              <a:gdLst/>
              <a:ahLst/>
              <a:cxnLst/>
              <a:rect l="l" t="t" r="r" b="b"/>
              <a:pathLst>
                <a:path w="11345" h="10694" extrusionOk="0">
                  <a:moveTo>
                    <a:pt x="5684" y="10693"/>
                  </a:moveTo>
                  <a:lnTo>
                    <a:pt x="1" y="5341"/>
                  </a:lnTo>
                  <a:lnTo>
                    <a:pt x="5684"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5" name="Google Shape;1075;p9"/>
            <p:cNvSpPr/>
            <p:nvPr/>
          </p:nvSpPr>
          <p:spPr>
            <a:xfrm>
              <a:off x="2439139" y="2856045"/>
              <a:ext cx="608631" cy="573706"/>
            </a:xfrm>
            <a:custGeom>
              <a:avLst/>
              <a:gdLst/>
              <a:ahLst/>
              <a:cxnLst/>
              <a:rect l="l" t="t" r="r" b="b"/>
              <a:pathLst>
                <a:path w="11345" h="10694" extrusionOk="0">
                  <a:moveTo>
                    <a:pt x="5672" y="10693"/>
                  </a:moveTo>
                  <a:lnTo>
                    <a:pt x="1"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6" name="Google Shape;1076;p9"/>
            <p:cNvSpPr/>
            <p:nvPr/>
          </p:nvSpPr>
          <p:spPr>
            <a:xfrm>
              <a:off x="3048950" y="2856045"/>
              <a:ext cx="608577" cy="573706"/>
            </a:xfrm>
            <a:custGeom>
              <a:avLst/>
              <a:gdLst/>
              <a:ahLst/>
              <a:cxnLst/>
              <a:rect l="l" t="t" r="r" b="b"/>
              <a:pathLst>
                <a:path w="11344" h="10694" extrusionOk="0">
                  <a:moveTo>
                    <a:pt x="5661" y="10693"/>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7" name="Google Shape;1077;p9"/>
            <p:cNvSpPr/>
            <p:nvPr/>
          </p:nvSpPr>
          <p:spPr>
            <a:xfrm>
              <a:off x="3658117" y="2856045"/>
              <a:ext cx="609221" cy="573706"/>
            </a:xfrm>
            <a:custGeom>
              <a:avLst/>
              <a:gdLst/>
              <a:ahLst/>
              <a:cxnLst/>
              <a:rect l="l" t="t" r="r" b="b"/>
              <a:pathLst>
                <a:path w="11356" h="10694" extrusionOk="0">
                  <a:moveTo>
                    <a:pt x="5684" y="10693"/>
                  </a:moveTo>
                  <a:lnTo>
                    <a:pt x="0" y="5341"/>
                  </a:lnTo>
                  <a:lnTo>
                    <a:pt x="5684"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8" name="Google Shape;1078;p9"/>
            <p:cNvSpPr/>
            <p:nvPr/>
          </p:nvSpPr>
          <p:spPr>
            <a:xfrm>
              <a:off x="4267875" y="2856045"/>
              <a:ext cx="609221" cy="573706"/>
            </a:xfrm>
            <a:custGeom>
              <a:avLst/>
              <a:gdLst/>
              <a:ahLst/>
              <a:cxnLst/>
              <a:rect l="l" t="t" r="r" b="b"/>
              <a:pathLst>
                <a:path w="11356" h="10694" extrusionOk="0">
                  <a:moveTo>
                    <a:pt x="5684" y="10693"/>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79" name="Google Shape;1079;p9"/>
            <p:cNvSpPr/>
            <p:nvPr/>
          </p:nvSpPr>
          <p:spPr>
            <a:xfrm>
              <a:off x="4878276" y="2856045"/>
              <a:ext cx="609221" cy="573706"/>
            </a:xfrm>
            <a:custGeom>
              <a:avLst/>
              <a:gdLst/>
              <a:ahLst/>
              <a:cxnLst/>
              <a:rect l="l" t="t" r="r" b="b"/>
              <a:pathLst>
                <a:path w="11356" h="10694" extrusionOk="0">
                  <a:moveTo>
                    <a:pt x="5673" y="10693"/>
                  </a:moveTo>
                  <a:lnTo>
                    <a:pt x="1" y="5341"/>
                  </a:lnTo>
                  <a:lnTo>
                    <a:pt x="5673"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0" name="Google Shape;1080;p9"/>
            <p:cNvSpPr/>
            <p:nvPr/>
          </p:nvSpPr>
          <p:spPr>
            <a:xfrm>
              <a:off x="5488087" y="2856045"/>
              <a:ext cx="608631" cy="573706"/>
            </a:xfrm>
            <a:custGeom>
              <a:avLst/>
              <a:gdLst/>
              <a:ahLst/>
              <a:cxnLst/>
              <a:rect l="l" t="t" r="r" b="b"/>
              <a:pathLst>
                <a:path w="11345" h="10694" extrusionOk="0">
                  <a:moveTo>
                    <a:pt x="5672" y="10693"/>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1" name="Google Shape;1081;p9"/>
            <p:cNvSpPr/>
            <p:nvPr/>
          </p:nvSpPr>
          <p:spPr>
            <a:xfrm>
              <a:off x="6097845" y="2856045"/>
              <a:ext cx="608631" cy="573706"/>
            </a:xfrm>
            <a:custGeom>
              <a:avLst/>
              <a:gdLst/>
              <a:ahLst/>
              <a:cxnLst/>
              <a:rect l="l" t="t" r="r" b="b"/>
              <a:pathLst>
                <a:path w="11345" h="10694" extrusionOk="0">
                  <a:moveTo>
                    <a:pt x="5661" y="10693"/>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2" name="Google Shape;1082;p9"/>
            <p:cNvSpPr/>
            <p:nvPr/>
          </p:nvSpPr>
          <p:spPr>
            <a:xfrm>
              <a:off x="6707066" y="2856045"/>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3" name="Google Shape;1083;p9"/>
            <p:cNvSpPr/>
            <p:nvPr/>
          </p:nvSpPr>
          <p:spPr>
            <a:xfrm>
              <a:off x="2" y="3426639"/>
              <a:ext cx="608631" cy="574296"/>
            </a:xfrm>
            <a:custGeom>
              <a:avLst/>
              <a:gdLst/>
              <a:ahLst/>
              <a:cxnLst/>
              <a:rect l="l" t="t" r="r" b="b"/>
              <a:pathLst>
                <a:path w="11345" h="10705" extrusionOk="0">
                  <a:moveTo>
                    <a:pt x="5661" y="10705"/>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4" name="Google Shape;1084;p9"/>
            <p:cNvSpPr/>
            <p:nvPr/>
          </p:nvSpPr>
          <p:spPr>
            <a:xfrm>
              <a:off x="609169" y="3426639"/>
              <a:ext cx="609221" cy="574296"/>
            </a:xfrm>
            <a:custGeom>
              <a:avLst/>
              <a:gdLst/>
              <a:ahLst/>
              <a:cxnLst/>
              <a:rect l="l" t="t" r="r" b="b"/>
              <a:pathLst>
                <a:path w="11356" h="10705" extrusionOk="0">
                  <a:moveTo>
                    <a:pt x="5684" y="10705"/>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5" name="Google Shape;1085;p9"/>
            <p:cNvSpPr/>
            <p:nvPr/>
          </p:nvSpPr>
          <p:spPr>
            <a:xfrm>
              <a:off x="1218980" y="3426639"/>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6" name="Google Shape;1086;p9"/>
            <p:cNvSpPr/>
            <p:nvPr/>
          </p:nvSpPr>
          <p:spPr>
            <a:xfrm>
              <a:off x="1828738" y="3426639"/>
              <a:ext cx="608631" cy="574296"/>
            </a:xfrm>
            <a:custGeom>
              <a:avLst/>
              <a:gdLst/>
              <a:ahLst/>
              <a:cxnLst/>
              <a:rect l="l" t="t" r="r" b="b"/>
              <a:pathLst>
                <a:path w="11345" h="10705" extrusionOk="0">
                  <a:moveTo>
                    <a:pt x="5684" y="10705"/>
                  </a:moveTo>
                  <a:lnTo>
                    <a:pt x="1" y="5352"/>
                  </a:lnTo>
                  <a:lnTo>
                    <a:pt x="5684"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7" name="Google Shape;1087;p9"/>
            <p:cNvSpPr/>
            <p:nvPr/>
          </p:nvSpPr>
          <p:spPr>
            <a:xfrm>
              <a:off x="2439139" y="3426639"/>
              <a:ext cx="608631" cy="574296"/>
            </a:xfrm>
            <a:custGeom>
              <a:avLst/>
              <a:gdLst/>
              <a:ahLst/>
              <a:cxnLst/>
              <a:rect l="l" t="t" r="r" b="b"/>
              <a:pathLst>
                <a:path w="11345" h="10705" extrusionOk="0">
                  <a:moveTo>
                    <a:pt x="5672" y="10705"/>
                  </a:moveTo>
                  <a:lnTo>
                    <a:pt x="1"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8" name="Google Shape;1088;p9"/>
            <p:cNvSpPr/>
            <p:nvPr/>
          </p:nvSpPr>
          <p:spPr>
            <a:xfrm>
              <a:off x="3048950" y="3426639"/>
              <a:ext cx="608577" cy="574296"/>
            </a:xfrm>
            <a:custGeom>
              <a:avLst/>
              <a:gdLst/>
              <a:ahLst/>
              <a:cxnLst/>
              <a:rect l="l" t="t" r="r" b="b"/>
              <a:pathLst>
                <a:path w="11344" h="10705" extrusionOk="0">
                  <a:moveTo>
                    <a:pt x="5661" y="10705"/>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89" name="Google Shape;1089;p9"/>
            <p:cNvSpPr/>
            <p:nvPr/>
          </p:nvSpPr>
          <p:spPr>
            <a:xfrm>
              <a:off x="3658117" y="3426639"/>
              <a:ext cx="609221" cy="574296"/>
            </a:xfrm>
            <a:custGeom>
              <a:avLst/>
              <a:gdLst/>
              <a:ahLst/>
              <a:cxnLst/>
              <a:rect l="l" t="t" r="r" b="b"/>
              <a:pathLst>
                <a:path w="11356" h="10705" extrusionOk="0">
                  <a:moveTo>
                    <a:pt x="5684" y="10705"/>
                  </a:moveTo>
                  <a:lnTo>
                    <a:pt x="0" y="5352"/>
                  </a:lnTo>
                  <a:lnTo>
                    <a:pt x="5684"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0" name="Google Shape;1090;p9"/>
            <p:cNvSpPr/>
            <p:nvPr/>
          </p:nvSpPr>
          <p:spPr>
            <a:xfrm>
              <a:off x="4267875" y="3426639"/>
              <a:ext cx="609221" cy="574296"/>
            </a:xfrm>
            <a:custGeom>
              <a:avLst/>
              <a:gdLst/>
              <a:ahLst/>
              <a:cxnLst/>
              <a:rect l="l" t="t" r="r" b="b"/>
              <a:pathLst>
                <a:path w="11356" h="10705" extrusionOk="0">
                  <a:moveTo>
                    <a:pt x="5684" y="10705"/>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1" name="Google Shape;1091;p9"/>
            <p:cNvSpPr/>
            <p:nvPr/>
          </p:nvSpPr>
          <p:spPr>
            <a:xfrm>
              <a:off x="4878276" y="3426639"/>
              <a:ext cx="609221" cy="574296"/>
            </a:xfrm>
            <a:custGeom>
              <a:avLst/>
              <a:gdLst/>
              <a:ahLst/>
              <a:cxnLst/>
              <a:rect l="l" t="t" r="r" b="b"/>
              <a:pathLst>
                <a:path w="11356" h="10705" extrusionOk="0">
                  <a:moveTo>
                    <a:pt x="5673" y="10705"/>
                  </a:moveTo>
                  <a:lnTo>
                    <a:pt x="1" y="5352"/>
                  </a:lnTo>
                  <a:lnTo>
                    <a:pt x="5673"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2" name="Google Shape;1092;p9"/>
            <p:cNvSpPr/>
            <p:nvPr/>
          </p:nvSpPr>
          <p:spPr>
            <a:xfrm>
              <a:off x="5488087" y="3426639"/>
              <a:ext cx="608631" cy="574296"/>
            </a:xfrm>
            <a:custGeom>
              <a:avLst/>
              <a:gdLst/>
              <a:ahLst/>
              <a:cxnLst/>
              <a:rect l="l" t="t" r="r" b="b"/>
              <a:pathLst>
                <a:path w="11345" h="10705" extrusionOk="0">
                  <a:moveTo>
                    <a:pt x="5672" y="10705"/>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3" name="Google Shape;1093;p9"/>
            <p:cNvSpPr/>
            <p:nvPr/>
          </p:nvSpPr>
          <p:spPr>
            <a:xfrm>
              <a:off x="6097845" y="3426639"/>
              <a:ext cx="608631" cy="574296"/>
            </a:xfrm>
            <a:custGeom>
              <a:avLst/>
              <a:gdLst/>
              <a:ahLst/>
              <a:cxnLst/>
              <a:rect l="l" t="t" r="r" b="b"/>
              <a:pathLst>
                <a:path w="11345" h="10705" extrusionOk="0">
                  <a:moveTo>
                    <a:pt x="5661" y="10705"/>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4" name="Google Shape;1094;p9"/>
            <p:cNvSpPr/>
            <p:nvPr/>
          </p:nvSpPr>
          <p:spPr>
            <a:xfrm>
              <a:off x="6707066" y="3426639"/>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5" name="Google Shape;1095;p9"/>
            <p:cNvSpPr/>
            <p:nvPr/>
          </p:nvSpPr>
          <p:spPr>
            <a:xfrm>
              <a:off x="2" y="3997824"/>
              <a:ext cx="608631" cy="573706"/>
            </a:xfrm>
            <a:custGeom>
              <a:avLst/>
              <a:gdLst/>
              <a:ahLst/>
              <a:cxnLst/>
              <a:rect l="l" t="t" r="r" b="b"/>
              <a:pathLst>
                <a:path w="11345" h="10694" extrusionOk="0">
                  <a:moveTo>
                    <a:pt x="5661" y="10694"/>
                  </a:moveTo>
                  <a:lnTo>
                    <a:pt x="0" y="5342"/>
                  </a:lnTo>
                  <a:lnTo>
                    <a:pt x="5661"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6" name="Google Shape;1096;p9"/>
            <p:cNvSpPr/>
            <p:nvPr/>
          </p:nvSpPr>
          <p:spPr>
            <a:xfrm>
              <a:off x="609169" y="3997824"/>
              <a:ext cx="609221" cy="573706"/>
            </a:xfrm>
            <a:custGeom>
              <a:avLst/>
              <a:gdLst/>
              <a:ahLst/>
              <a:cxnLst/>
              <a:rect l="l" t="t" r="r" b="b"/>
              <a:pathLst>
                <a:path w="11356" h="10694" extrusionOk="0">
                  <a:moveTo>
                    <a:pt x="5684" y="10694"/>
                  </a:moveTo>
                  <a:lnTo>
                    <a:pt x="1" y="5342"/>
                  </a:lnTo>
                  <a:lnTo>
                    <a:pt x="5684"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7" name="Google Shape;1097;p9"/>
            <p:cNvSpPr/>
            <p:nvPr/>
          </p:nvSpPr>
          <p:spPr>
            <a:xfrm>
              <a:off x="1218980" y="3997824"/>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8" name="Google Shape;1098;p9"/>
            <p:cNvSpPr/>
            <p:nvPr/>
          </p:nvSpPr>
          <p:spPr>
            <a:xfrm>
              <a:off x="1828738" y="3997824"/>
              <a:ext cx="608631" cy="573706"/>
            </a:xfrm>
            <a:custGeom>
              <a:avLst/>
              <a:gdLst/>
              <a:ahLst/>
              <a:cxnLst/>
              <a:rect l="l" t="t" r="r" b="b"/>
              <a:pathLst>
                <a:path w="11345" h="10694" extrusionOk="0">
                  <a:moveTo>
                    <a:pt x="5684" y="10694"/>
                  </a:moveTo>
                  <a:lnTo>
                    <a:pt x="1" y="5342"/>
                  </a:lnTo>
                  <a:lnTo>
                    <a:pt x="5684"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099" name="Google Shape;1099;p9"/>
            <p:cNvSpPr/>
            <p:nvPr/>
          </p:nvSpPr>
          <p:spPr>
            <a:xfrm>
              <a:off x="2439139" y="3997824"/>
              <a:ext cx="608631" cy="573706"/>
            </a:xfrm>
            <a:custGeom>
              <a:avLst/>
              <a:gdLst/>
              <a:ahLst/>
              <a:cxnLst/>
              <a:rect l="l" t="t" r="r" b="b"/>
              <a:pathLst>
                <a:path w="11345" h="10694" extrusionOk="0">
                  <a:moveTo>
                    <a:pt x="5672" y="10694"/>
                  </a:moveTo>
                  <a:lnTo>
                    <a:pt x="1"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0" name="Google Shape;1100;p9"/>
            <p:cNvSpPr/>
            <p:nvPr/>
          </p:nvSpPr>
          <p:spPr>
            <a:xfrm>
              <a:off x="3048950" y="3997824"/>
              <a:ext cx="608577" cy="573706"/>
            </a:xfrm>
            <a:custGeom>
              <a:avLst/>
              <a:gdLst/>
              <a:ahLst/>
              <a:cxnLst/>
              <a:rect l="l" t="t" r="r" b="b"/>
              <a:pathLst>
                <a:path w="11344" h="10694" extrusionOk="0">
                  <a:moveTo>
                    <a:pt x="5661" y="10694"/>
                  </a:moveTo>
                  <a:lnTo>
                    <a:pt x="0" y="5342"/>
                  </a:lnTo>
                  <a:lnTo>
                    <a:pt x="5661"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1" name="Google Shape;1101;p9"/>
            <p:cNvSpPr/>
            <p:nvPr/>
          </p:nvSpPr>
          <p:spPr>
            <a:xfrm>
              <a:off x="3658117" y="3997824"/>
              <a:ext cx="609221" cy="573706"/>
            </a:xfrm>
            <a:custGeom>
              <a:avLst/>
              <a:gdLst/>
              <a:ahLst/>
              <a:cxnLst/>
              <a:rect l="l" t="t" r="r" b="b"/>
              <a:pathLst>
                <a:path w="11356" h="10694" extrusionOk="0">
                  <a:moveTo>
                    <a:pt x="5684" y="10694"/>
                  </a:moveTo>
                  <a:lnTo>
                    <a:pt x="0" y="5342"/>
                  </a:lnTo>
                  <a:lnTo>
                    <a:pt x="5684"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2" name="Google Shape;1102;p9"/>
            <p:cNvSpPr/>
            <p:nvPr/>
          </p:nvSpPr>
          <p:spPr>
            <a:xfrm>
              <a:off x="4267875" y="3997824"/>
              <a:ext cx="609221" cy="573706"/>
            </a:xfrm>
            <a:custGeom>
              <a:avLst/>
              <a:gdLst/>
              <a:ahLst/>
              <a:cxnLst/>
              <a:rect l="l" t="t" r="r" b="b"/>
              <a:pathLst>
                <a:path w="11356" h="10694" extrusionOk="0">
                  <a:moveTo>
                    <a:pt x="5684" y="10694"/>
                  </a:moveTo>
                  <a:lnTo>
                    <a:pt x="1" y="5342"/>
                  </a:lnTo>
                  <a:lnTo>
                    <a:pt x="5684"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3" name="Google Shape;1103;p9"/>
            <p:cNvSpPr/>
            <p:nvPr/>
          </p:nvSpPr>
          <p:spPr>
            <a:xfrm>
              <a:off x="4878276" y="3997824"/>
              <a:ext cx="609221" cy="573706"/>
            </a:xfrm>
            <a:custGeom>
              <a:avLst/>
              <a:gdLst/>
              <a:ahLst/>
              <a:cxnLst/>
              <a:rect l="l" t="t" r="r" b="b"/>
              <a:pathLst>
                <a:path w="11356" h="10694" extrusionOk="0">
                  <a:moveTo>
                    <a:pt x="5673" y="10694"/>
                  </a:moveTo>
                  <a:lnTo>
                    <a:pt x="1" y="5342"/>
                  </a:lnTo>
                  <a:lnTo>
                    <a:pt x="5673"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4" name="Google Shape;1104;p9"/>
            <p:cNvSpPr/>
            <p:nvPr/>
          </p:nvSpPr>
          <p:spPr>
            <a:xfrm>
              <a:off x="5488087" y="3997824"/>
              <a:ext cx="608631" cy="573706"/>
            </a:xfrm>
            <a:custGeom>
              <a:avLst/>
              <a:gdLst/>
              <a:ahLst/>
              <a:cxnLst/>
              <a:rect l="l" t="t" r="r" b="b"/>
              <a:pathLst>
                <a:path w="11345" h="10694" extrusionOk="0">
                  <a:moveTo>
                    <a:pt x="5672" y="10694"/>
                  </a:moveTo>
                  <a:lnTo>
                    <a:pt x="0"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5" name="Google Shape;1105;p9"/>
            <p:cNvSpPr/>
            <p:nvPr/>
          </p:nvSpPr>
          <p:spPr>
            <a:xfrm>
              <a:off x="6097845" y="3997824"/>
              <a:ext cx="608631" cy="573706"/>
            </a:xfrm>
            <a:custGeom>
              <a:avLst/>
              <a:gdLst/>
              <a:ahLst/>
              <a:cxnLst/>
              <a:rect l="l" t="t" r="r" b="b"/>
              <a:pathLst>
                <a:path w="11345" h="10694" extrusionOk="0">
                  <a:moveTo>
                    <a:pt x="5661" y="10694"/>
                  </a:moveTo>
                  <a:lnTo>
                    <a:pt x="1" y="5342"/>
                  </a:lnTo>
                  <a:lnTo>
                    <a:pt x="5661" y="1"/>
                  </a:lnTo>
                  <a:lnTo>
                    <a:pt x="1134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6" name="Google Shape;1106;p9"/>
            <p:cNvSpPr/>
            <p:nvPr/>
          </p:nvSpPr>
          <p:spPr>
            <a:xfrm>
              <a:off x="6707066" y="3997824"/>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7" name="Google Shape;1107;p9"/>
            <p:cNvSpPr/>
            <p:nvPr/>
          </p:nvSpPr>
          <p:spPr>
            <a:xfrm>
              <a:off x="2" y="4568419"/>
              <a:ext cx="608631" cy="574940"/>
            </a:xfrm>
            <a:custGeom>
              <a:avLst/>
              <a:gdLst/>
              <a:ahLst/>
              <a:cxnLst/>
              <a:rect l="l" t="t" r="r" b="b"/>
              <a:pathLst>
                <a:path w="11345" h="10717" extrusionOk="0">
                  <a:moveTo>
                    <a:pt x="5661" y="10717"/>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8" name="Google Shape;1108;p9"/>
            <p:cNvSpPr/>
            <p:nvPr/>
          </p:nvSpPr>
          <p:spPr>
            <a:xfrm>
              <a:off x="609169" y="4568419"/>
              <a:ext cx="609221" cy="574940"/>
            </a:xfrm>
            <a:custGeom>
              <a:avLst/>
              <a:gdLst/>
              <a:ahLst/>
              <a:cxnLst/>
              <a:rect l="l" t="t" r="r" b="b"/>
              <a:pathLst>
                <a:path w="11356" h="10717" extrusionOk="0">
                  <a:moveTo>
                    <a:pt x="5684" y="10717"/>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09" name="Google Shape;1109;p9"/>
            <p:cNvSpPr/>
            <p:nvPr/>
          </p:nvSpPr>
          <p:spPr>
            <a:xfrm>
              <a:off x="1218980" y="4568419"/>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10" name="Google Shape;1110;p9"/>
            <p:cNvSpPr/>
            <p:nvPr/>
          </p:nvSpPr>
          <p:spPr>
            <a:xfrm>
              <a:off x="1828738" y="4568419"/>
              <a:ext cx="608631" cy="574940"/>
            </a:xfrm>
            <a:custGeom>
              <a:avLst/>
              <a:gdLst/>
              <a:ahLst/>
              <a:cxnLst/>
              <a:rect l="l" t="t" r="r" b="b"/>
              <a:pathLst>
                <a:path w="11345" h="10717" extrusionOk="0">
                  <a:moveTo>
                    <a:pt x="5684" y="10717"/>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11" name="Google Shape;1111;p9"/>
            <p:cNvSpPr/>
            <p:nvPr/>
          </p:nvSpPr>
          <p:spPr>
            <a:xfrm>
              <a:off x="2439139" y="4568419"/>
              <a:ext cx="608631" cy="574940"/>
            </a:xfrm>
            <a:custGeom>
              <a:avLst/>
              <a:gdLst/>
              <a:ahLst/>
              <a:cxnLst/>
              <a:rect l="l" t="t" r="r" b="b"/>
              <a:pathLst>
                <a:path w="11345" h="10717" extrusionOk="0">
                  <a:moveTo>
                    <a:pt x="5672" y="10717"/>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12" name="Google Shape;1112;p9"/>
            <p:cNvSpPr/>
            <p:nvPr/>
          </p:nvSpPr>
          <p:spPr>
            <a:xfrm>
              <a:off x="3048950" y="4568419"/>
              <a:ext cx="608577" cy="574940"/>
            </a:xfrm>
            <a:custGeom>
              <a:avLst/>
              <a:gdLst/>
              <a:ahLst/>
              <a:cxnLst/>
              <a:rect l="l" t="t" r="r" b="b"/>
              <a:pathLst>
                <a:path w="11344" h="10717" extrusionOk="0">
                  <a:moveTo>
                    <a:pt x="5661" y="10717"/>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13" name="Google Shape;1113;p9"/>
            <p:cNvSpPr/>
            <p:nvPr/>
          </p:nvSpPr>
          <p:spPr>
            <a:xfrm>
              <a:off x="3658117" y="4568419"/>
              <a:ext cx="609221" cy="574940"/>
            </a:xfrm>
            <a:custGeom>
              <a:avLst/>
              <a:gdLst/>
              <a:ahLst/>
              <a:cxnLst/>
              <a:rect l="l" t="t" r="r" b="b"/>
              <a:pathLst>
                <a:path w="11356" h="10717" extrusionOk="0">
                  <a:moveTo>
                    <a:pt x="5684" y="10717"/>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14" name="Google Shape;1114;p9"/>
            <p:cNvSpPr/>
            <p:nvPr/>
          </p:nvSpPr>
          <p:spPr>
            <a:xfrm>
              <a:off x="4267875" y="4568419"/>
              <a:ext cx="609221" cy="574940"/>
            </a:xfrm>
            <a:custGeom>
              <a:avLst/>
              <a:gdLst/>
              <a:ahLst/>
              <a:cxnLst/>
              <a:rect l="l" t="t" r="r" b="b"/>
              <a:pathLst>
                <a:path w="11356" h="10717" extrusionOk="0">
                  <a:moveTo>
                    <a:pt x="5684" y="10717"/>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15" name="Google Shape;1115;p9"/>
            <p:cNvSpPr/>
            <p:nvPr/>
          </p:nvSpPr>
          <p:spPr>
            <a:xfrm>
              <a:off x="4878276" y="4568419"/>
              <a:ext cx="609221" cy="574940"/>
            </a:xfrm>
            <a:custGeom>
              <a:avLst/>
              <a:gdLst/>
              <a:ahLst/>
              <a:cxnLst/>
              <a:rect l="l" t="t" r="r" b="b"/>
              <a:pathLst>
                <a:path w="11356" h="10717" extrusionOk="0">
                  <a:moveTo>
                    <a:pt x="5673" y="10717"/>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16" name="Google Shape;1116;p9"/>
            <p:cNvSpPr/>
            <p:nvPr/>
          </p:nvSpPr>
          <p:spPr>
            <a:xfrm>
              <a:off x="5488087" y="4568419"/>
              <a:ext cx="608631" cy="574940"/>
            </a:xfrm>
            <a:custGeom>
              <a:avLst/>
              <a:gdLst/>
              <a:ahLst/>
              <a:cxnLst/>
              <a:rect l="l" t="t" r="r" b="b"/>
              <a:pathLst>
                <a:path w="11345" h="10717" extrusionOk="0">
                  <a:moveTo>
                    <a:pt x="5672" y="10717"/>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17" name="Google Shape;1117;p9"/>
            <p:cNvSpPr/>
            <p:nvPr/>
          </p:nvSpPr>
          <p:spPr>
            <a:xfrm>
              <a:off x="6097845" y="4568419"/>
              <a:ext cx="608631" cy="574940"/>
            </a:xfrm>
            <a:custGeom>
              <a:avLst/>
              <a:gdLst/>
              <a:ahLst/>
              <a:cxnLst/>
              <a:rect l="l" t="t" r="r" b="b"/>
              <a:pathLst>
                <a:path w="11345" h="10717" extrusionOk="0">
                  <a:moveTo>
                    <a:pt x="5661" y="10717"/>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18" name="Google Shape;1118;p9"/>
            <p:cNvSpPr/>
            <p:nvPr/>
          </p:nvSpPr>
          <p:spPr>
            <a:xfrm>
              <a:off x="6707066" y="4568419"/>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19" name="Google Shape;1119;p9"/>
            <p:cNvSpPr/>
            <p:nvPr/>
          </p:nvSpPr>
          <p:spPr>
            <a:xfrm>
              <a:off x="7315512" y="-16"/>
              <a:ext cx="608631" cy="574350"/>
            </a:xfrm>
            <a:custGeom>
              <a:avLst/>
              <a:gdLst/>
              <a:ahLst/>
              <a:cxnLst/>
              <a:rect l="l" t="t" r="r" b="b"/>
              <a:pathLst>
                <a:path w="11345" h="10706" extrusionOk="0">
                  <a:moveTo>
                    <a:pt x="5672" y="10705"/>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20" name="Google Shape;1120;p9"/>
            <p:cNvSpPr/>
            <p:nvPr/>
          </p:nvSpPr>
          <p:spPr>
            <a:xfrm>
              <a:off x="7925270" y="-16"/>
              <a:ext cx="608631" cy="574350"/>
            </a:xfrm>
            <a:custGeom>
              <a:avLst/>
              <a:gdLst/>
              <a:ahLst/>
              <a:cxnLst/>
              <a:rect l="l" t="t" r="r" b="b"/>
              <a:pathLst>
                <a:path w="11345" h="10706" extrusionOk="0">
                  <a:moveTo>
                    <a:pt x="5661" y="10705"/>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21" name="Google Shape;1121;p9"/>
            <p:cNvSpPr/>
            <p:nvPr/>
          </p:nvSpPr>
          <p:spPr>
            <a:xfrm>
              <a:off x="8534491" y="-16"/>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22" name="Google Shape;1122;p9"/>
            <p:cNvSpPr/>
            <p:nvPr/>
          </p:nvSpPr>
          <p:spPr>
            <a:xfrm>
              <a:off x="7315512" y="571169"/>
              <a:ext cx="608631" cy="574350"/>
            </a:xfrm>
            <a:custGeom>
              <a:avLst/>
              <a:gdLst/>
              <a:ahLst/>
              <a:cxnLst/>
              <a:rect l="l" t="t" r="r" b="b"/>
              <a:pathLst>
                <a:path w="11345" h="10706" extrusionOk="0">
                  <a:moveTo>
                    <a:pt x="5672" y="10706"/>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23" name="Google Shape;1123;p9"/>
            <p:cNvSpPr/>
            <p:nvPr/>
          </p:nvSpPr>
          <p:spPr>
            <a:xfrm>
              <a:off x="7925270" y="571169"/>
              <a:ext cx="608631" cy="574350"/>
            </a:xfrm>
            <a:custGeom>
              <a:avLst/>
              <a:gdLst/>
              <a:ahLst/>
              <a:cxnLst/>
              <a:rect l="l" t="t" r="r" b="b"/>
              <a:pathLst>
                <a:path w="11345" h="10706" extrusionOk="0">
                  <a:moveTo>
                    <a:pt x="5661" y="10706"/>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24" name="Google Shape;1124;p9"/>
            <p:cNvSpPr/>
            <p:nvPr/>
          </p:nvSpPr>
          <p:spPr>
            <a:xfrm>
              <a:off x="8534491" y="571169"/>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25" name="Google Shape;1125;p9"/>
            <p:cNvSpPr/>
            <p:nvPr/>
          </p:nvSpPr>
          <p:spPr>
            <a:xfrm>
              <a:off x="7315512" y="1142407"/>
              <a:ext cx="608631" cy="573706"/>
            </a:xfrm>
            <a:custGeom>
              <a:avLst/>
              <a:gdLst/>
              <a:ahLst/>
              <a:cxnLst/>
              <a:rect l="l" t="t" r="r" b="b"/>
              <a:pathLst>
                <a:path w="11345" h="10694" extrusionOk="0">
                  <a:moveTo>
                    <a:pt x="5672" y="10694"/>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26" name="Google Shape;1126;p9"/>
            <p:cNvSpPr/>
            <p:nvPr/>
          </p:nvSpPr>
          <p:spPr>
            <a:xfrm>
              <a:off x="7925270" y="1142407"/>
              <a:ext cx="608631" cy="573706"/>
            </a:xfrm>
            <a:custGeom>
              <a:avLst/>
              <a:gdLst/>
              <a:ahLst/>
              <a:cxnLst/>
              <a:rect l="l" t="t" r="r" b="b"/>
              <a:pathLst>
                <a:path w="11345" h="10694" extrusionOk="0">
                  <a:moveTo>
                    <a:pt x="5661" y="10694"/>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27" name="Google Shape;1127;p9"/>
            <p:cNvSpPr/>
            <p:nvPr/>
          </p:nvSpPr>
          <p:spPr>
            <a:xfrm>
              <a:off x="8534491" y="1142407"/>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28" name="Google Shape;1128;p9"/>
            <p:cNvSpPr/>
            <p:nvPr/>
          </p:nvSpPr>
          <p:spPr>
            <a:xfrm>
              <a:off x="7315512" y="1713002"/>
              <a:ext cx="608631" cy="574350"/>
            </a:xfrm>
            <a:custGeom>
              <a:avLst/>
              <a:gdLst/>
              <a:ahLst/>
              <a:cxnLst/>
              <a:rect l="l" t="t" r="r" b="b"/>
              <a:pathLst>
                <a:path w="11345" h="10706" extrusionOk="0">
                  <a:moveTo>
                    <a:pt x="5672" y="10705"/>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29" name="Google Shape;1129;p9"/>
            <p:cNvSpPr/>
            <p:nvPr/>
          </p:nvSpPr>
          <p:spPr>
            <a:xfrm>
              <a:off x="7925270" y="1713002"/>
              <a:ext cx="608631" cy="574350"/>
            </a:xfrm>
            <a:custGeom>
              <a:avLst/>
              <a:gdLst/>
              <a:ahLst/>
              <a:cxnLst/>
              <a:rect l="l" t="t" r="r" b="b"/>
              <a:pathLst>
                <a:path w="11345" h="10706" extrusionOk="0">
                  <a:moveTo>
                    <a:pt x="5661" y="10705"/>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30" name="Google Shape;1130;p9"/>
            <p:cNvSpPr/>
            <p:nvPr/>
          </p:nvSpPr>
          <p:spPr>
            <a:xfrm>
              <a:off x="8534491" y="1713002"/>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31" name="Google Shape;1131;p9"/>
            <p:cNvSpPr/>
            <p:nvPr/>
          </p:nvSpPr>
          <p:spPr>
            <a:xfrm>
              <a:off x="7315512" y="2284241"/>
              <a:ext cx="608631" cy="574940"/>
            </a:xfrm>
            <a:custGeom>
              <a:avLst/>
              <a:gdLst/>
              <a:ahLst/>
              <a:cxnLst/>
              <a:rect l="l" t="t" r="r" b="b"/>
              <a:pathLst>
                <a:path w="11345" h="10717" extrusionOk="0">
                  <a:moveTo>
                    <a:pt x="5672" y="10716"/>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32" name="Google Shape;1132;p9"/>
            <p:cNvSpPr/>
            <p:nvPr/>
          </p:nvSpPr>
          <p:spPr>
            <a:xfrm>
              <a:off x="7925270" y="2284241"/>
              <a:ext cx="608631" cy="574940"/>
            </a:xfrm>
            <a:custGeom>
              <a:avLst/>
              <a:gdLst/>
              <a:ahLst/>
              <a:cxnLst/>
              <a:rect l="l" t="t" r="r" b="b"/>
              <a:pathLst>
                <a:path w="11345" h="10717" extrusionOk="0">
                  <a:moveTo>
                    <a:pt x="5661" y="10716"/>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33" name="Google Shape;1133;p9"/>
            <p:cNvSpPr/>
            <p:nvPr/>
          </p:nvSpPr>
          <p:spPr>
            <a:xfrm>
              <a:off x="8534491" y="2284241"/>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34" name="Google Shape;1134;p9"/>
            <p:cNvSpPr/>
            <p:nvPr/>
          </p:nvSpPr>
          <p:spPr>
            <a:xfrm>
              <a:off x="7315512" y="2856070"/>
              <a:ext cx="608631" cy="573706"/>
            </a:xfrm>
            <a:custGeom>
              <a:avLst/>
              <a:gdLst/>
              <a:ahLst/>
              <a:cxnLst/>
              <a:rect l="l" t="t" r="r" b="b"/>
              <a:pathLst>
                <a:path w="11345" h="10694" extrusionOk="0">
                  <a:moveTo>
                    <a:pt x="5672" y="10693"/>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35" name="Google Shape;1135;p9"/>
            <p:cNvSpPr/>
            <p:nvPr/>
          </p:nvSpPr>
          <p:spPr>
            <a:xfrm>
              <a:off x="7925270" y="2856070"/>
              <a:ext cx="608631" cy="573706"/>
            </a:xfrm>
            <a:custGeom>
              <a:avLst/>
              <a:gdLst/>
              <a:ahLst/>
              <a:cxnLst/>
              <a:rect l="l" t="t" r="r" b="b"/>
              <a:pathLst>
                <a:path w="11345" h="10694" extrusionOk="0">
                  <a:moveTo>
                    <a:pt x="5661" y="10693"/>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36" name="Google Shape;1136;p9"/>
            <p:cNvSpPr/>
            <p:nvPr/>
          </p:nvSpPr>
          <p:spPr>
            <a:xfrm>
              <a:off x="8534491" y="2856070"/>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37" name="Google Shape;1137;p9"/>
            <p:cNvSpPr/>
            <p:nvPr/>
          </p:nvSpPr>
          <p:spPr>
            <a:xfrm>
              <a:off x="7315512" y="3426664"/>
              <a:ext cx="608631" cy="574296"/>
            </a:xfrm>
            <a:custGeom>
              <a:avLst/>
              <a:gdLst/>
              <a:ahLst/>
              <a:cxnLst/>
              <a:rect l="l" t="t" r="r" b="b"/>
              <a:pathLst>
                <a:path w="11345" h="10705" extrusionOk="0">
                  <a:moveTo>
                    <a:pt x="5672" y="10705"/>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38" name="Google Shape;1138;p9"/>
            <p:cNvSpPr/>
            <p:nvPr/>
          </p:nvSpPr>
          <p:spPr>
            <a:xfrm>
              <a:off x="7925270" y="3426664"/>
              <a:ext cx="608631" cy="574296"/>
            </a:xfrm>
            <a:custGeom>
              <a:avLst/>
              <a:gdLst/>
              <a:ahLst/>
              <a:cxnLst/>
              <a:rect l="l" t="t" r="r" b="b"/>
              <a:pathLst>
                <a:path w="11345" h="10705" extrusionOk="0">
                  <a:moveTo>
                    <a:pt x="5661" y="10705"/>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39" name="Google Shape;1139;p9"/>
            <p:cNvSpPr/>
            <p:nvPr/>
          </p:nvSpPr>
          <p:spPr>
            <a:xfrm>
              <a:off x="8534491" y="3426664"/>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40" name="Google Shape;1140;p9"/>
            <p:cNvSpPr/>
            <p:nvPr/>
          </p:nvSpPr>
          <p:spPr>
            <a:xfrm>
              <a:off x="7315512" y="3997849"/>
              <a:ext cx="608631" cy="573706"/>
            </a:xfrm>
            <a:custGeom>
              <a:avLst/>
              <a:gdLst/>
              <a:ahLst/>
              <a:cxnLst/>
              <a:rect l="l" t="t" r="r" b="b"/>
              <a:pathLst>
                <a:path w="11345" h="10694" extrusionOk="0">
                  <a:moveTo>
                    <a:pt x="5672" y="10694"/>
                  </a:moveTo>
                  <a:lnTo>
                    <a:pt x="0"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41" name="Google Shape;1141;p9"/>
            <p:cNvSpPr/>
            <p:nvPr/>
          </p:nvSpPr>
          <p:spPr>
            <a:xfrm>
              <a:off x="7925270" y="3997849"/>
              <a:ext cx="608631" cy="573706"/>
            </a:xfrm>
            <a:custGeom>
              <a:avLst/>
              <a:gdLst/>
              <a:ahLst/>
              <a:cxnLst/>
              <a:rect l="l" t="t" r="r" b="b"/>
              <a:pathLst>
                <a:path w="11345" h="10694" extrusionOk="0">
                  <a:moveTo>
                    <a:pt x="5661" y="10694"/>
                  </a:moveTo>
                  <a:lnTo>
                    <a:pt x="1" y="5342"/>
                  </a:lnTo>
                  <a:lnTo>
                    <a:pt x="5661" y="1"/>
                  </a:lnTo>
                  <a:lnTo>
                    <a:pt x="1134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42" name="Google Shape;1142;p9"/>
            <p:cNvSpPr/>
            <p:nvPr/>
          </p:nvSpPr>
          <p:spPr>
            <a:xfrm>
              <a:off x="8534491" y="3997849"/>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43" name="Google Shape;1143;p9"/>
            <p:cNvSpPr/>
            <p:nvPr/>
          </p:nvSpPr>
          <p:spPr>
            <a:xfrm>
              <a:off x="7315512" y="4568444"/>
              <a:ext cx="608631" cy="574940"/>
            </a:xfrm>
            <a:custGeom>
              <a:avLst/>
              <a:gdLst/>
              <a:ahLst/>
              <a:cxnLst/>
              <a:rect l="l" t="t" r="r" b="b"/>
              <a:pathLst>
                <a:path w="11345" h="10717" extrusionOk="0">
                  <a:moveTo>
                    <a:pt x="5672" y="10717"/>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44" name="Google Shape;1144;p9"/>
            <p:cNvSpPr/>
            <p:nvPr/>
          </p:nvSpPr>
          <p:spPr>
            <a:xfrm>
              <a:off x="7925270" y="4568444"/>
              <a:ext cx="608631" cy="574940"/>
            </a:xfrm>
            <a:custGeom>
              <a:avLst/>
              <a:gdLst/>
              <a:ahLst/>
              <a:cxnLst/>
              <a:rect l="l" t="t" r="r" b="b"/>
              <a:pathLst>
                <a:path w="11345" h="10717" extrusionOk="0">
                  <a:moveTo>
                    <a:pt x="5661" y="10717"/>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45" name="Google Shape;1145;p9"/>
            <p:cNvSpPr/>
            <p:nvPr/>
          </p:nvSpPr>
          <p:spPr>
            <a:xfrm>
              <a:off x="8534491" y="4568444"/>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1146" name="Google Shape;1146;p9"/>
          <p:cNvSpPr txBox="1">
            <a:spLocks noGrp="1"/>
          </p:cNvSpPr>
          <p:nvPr>
            <p:ph type="body" idx="1"/>
          </p:nvPr>
        </p:nvSpPr>
        <p:spPr>
          <a:xfrm>
            <a:off x="1382100" y="2458650"/>
            <a:ext cx="5852100" cy="1371600"/>
          </a:xfrm>
          <a:prstGeom prst="rect">
            <a:avLst/>
          </a:prstGeom>
        </p:spPr>
        <p:txBody>
          <a:bodyPr spcFirstLastPara="1" wrap="square" lIns="91425" tIns="91425" rIns="91425" bIns="91425" anchor="t" anchorCtr="0">
            <a:noAutofit/>
          </a:bodyPr>
          <a:lstStyle>
            <a:lvl1pPr marL="457200" lvl="0" indent="-279400">
              <a:spcBef>
                <a:spcPts val="0"/>
              </a:spcBef>
              <a:spcAft>
                <a:spcPts val="0"/>
              </a:spcAft>
              <a:buClr>
                <a:schemeClr val="dk1"/>
              </a:buClr>
              <a:buSzPts val="800"/>
              <a:buFont typeface="Open Sans"/>
              <a:buChar char="●"/>
              <a:defRPr sz="1600">
                <a:solidFill>
                  <a:schemeClr val="dk1"/>
                </a:solidFill>
              </a:defRPr>
            </a:lvl1pPr>
            <a:lvl2pPr marL="914400" lvl="1" indent="-279400">
              <a:spcBef>
                <a:spcPts val="0"/>
              </a:spcBef>
              <a:spcAft>
                <a:spcPts val="0"/>
              </a:spcAft>
              <a:buClr>
                <a:schemeClr val="dk1"/>
              </a:buClr>
              <a:buSzPts val="800"/>
              <a:buFont typeface="Open Sans"/>
              <a:buChar char="○"/>
              <a:defRPr>
                <a:solidFill>
                  <a:schemeClr val="dk1"/>
                </a:solidFill>
              </a:defRPr>
            </a:lvl2pPr>
            <a:lvl3pPr marL="1371600" lvl="2" indent="-279400">
              <a:spcBef>
                <a:spcPts val="0"/>
              </a:spcBef>
              <a:spcAft>
                <a:spcPts val="0"/>
              </a:spcAft>
              <a:buClr>
                <a:schemeClr val="dk1"/>
              </a:buClr>
              <a:buSzPts val="800"/>
              <a:buFont typeface="Open Sans"/>
              <a:buChar char="■"/>
              <a:defRPr>
                <a:solidFill>
                  <a:schemeClr val="dk1"/>
                </a:solidFill>
              </a:defRPr>
            </a:lvl3pPr>
            <a:lvl4pPr marL="1828800" lvl="3" indent="-279400">
              <a:spcBef>
                <a:spcPts val="0"/>
              </a:spcBef>
              <a:spcAft>
                <a:spcPts val="0"/>
              </a:spcAft>
              <a:buClr>
                <a:schemeClr val="dk1"/>
              </a:buClr>
              <a:buSzPts val="800"/>
              <a:buFont typeface="Open Sans"/>
              <a:buChar char="●"/>
              <a:defRPr>
                <a:solidFill>
                  <a:schemeClr val="dk1"/>
                </a:solidFill>
              </a:defRPr>
            </a:lvl4pPr>
            <a:lvl5pPr marL="2286000" lvl="4" indent="-304800">
              <a:spcBef>
                <a:spcPts val="0"/>
              </a:spcBef>
              <a:spcAft>
                <a:spcPts val="0"/>
              </a:spcAft>
              <a:buClr>
                <a:schemeClr val="dk1"/>
              </a:buClr>
              <a:buSzPts val="1200"/>
              <a:buFont typeface="Open Sans"/>
              <a:buChar char="○"/>
              <a:defRPr>
                <a:solidFill>
                  <a:schemeClr val="dk1"/>
                </a:solidFill>
              </a:defRPr>
            </a:lvl5pPr>
            <a:lvl6pPr marL="2743200" lvl="5" indent="-304800">
              <a:spcBef>
                <a:spcPts val="0"/>
              </a:spcBef>
              <a:spcAft>
                <a:spcPts val="0"/>
              </a:spcAft>
              <a:buClr>
                <a:schemeClr val="dk1"/>
              </a:buClr>
              <a:buSzPts val="1200"/>
              <a:buFont typeface="Open Sans"/>
              <a:buChar char="■"/>
              <a:defRPr>
                <a:solidFill>
                  <a:schemeClr val="dk1"/>
                </a:solidFill>
              </a:defRPr>
            </a:lvl6pPr>
            <a:lvl7pPr marL="3200400" lvl="6" indent="-273050">
              <a:spcBef>
                <a:spcPts val="0"/>
              </a:spcBef>
              <a:spcAft>
                <a:spcPts val="0"/>
              </a:spcAft>
              <a:buClr>
                <a:schemeClr val="dk1"/>
              </a:buClr>
              <a:buSzPts val="700"/>
              <a:buFont typeface="Open Sans"/>
              <a:buChar char="●"/>
              <a:defRPr>
                <a:solidFill>
                  <a:schemeClr val="dk1"/>
                </a:solidFill>
              </a:defRPr>
            </a:lvl7pPr>
            <a:lvl8pPr marL="3657600" lvl="7" indent="-273050">
              <a:spcBef>
                <a:spcPts val="0"/>
              </a:spcBef>
              <a:spcAft>
                <a:spcPts val="0"/>
              </a:spcAft>
              <a:buClr>
                <a:schemeClr val="dk1"/>
              </a:buClr>
              <a:buSzPts val="700"/>
              <a:buFont typeface="Open Sans"/>
              <a:buChar char="○"/>
              <a:defRPr>
                <a:solidFill>
                  <a:schemeClr val="dk1"/>
                </a:solidFill>
              </a:defRPr>
            </a:lvl8pPr>
            <a:lvl9pPr marL="4114800" lvl="8" indent="-266700">
              <a:spcBef>
                <a:spcPts val="0"/>
              </a:spcBef>
              <a:spcAft>
                <a:spcPts val="0"/>
              </a:spcAft>
              <a:buClr>
                <a:schemeClr val="dk1"/>
              </a:buClr>
              <a:buSzPts val="600"/>
              <a:buFont typeface="Open Sans"/>
              <a:buChar char="■"/>
              <a:defRPr>
                <a:solidFill>
                  <a:schemeClr val="dk1"/>
                </a:solidFill>
              </a:defRPr>
            </a:lvl9pPr>
          </a:lstStyle>
          <a:p>
            <a:endParaRPr/>
          </a:p>
        </p:txBody>
      </p:sp>
      <p:sp>
        <p:nvSpPr>
          <p:cNvPr id="1147" name="Google Shape;1147;p9"/>
          <p:cNvSpPr txBox="1">
            <a:spLocks noGrp="1"/>
          </p:cNvSpPr>
          <p:nvPr>
            <p:ph type="title"/>
          </p:nvPr>
        </p:nvSpPr>
        <p:spPr>
          <a:xfrm>
            <a:off x="1382100" y="1017725"/>
            <a:ext cx="5852100" cy="13716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sz="40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grpSp>
        <p:nvGrpSpPr>
          <p:cNvPr id="1148" name="Google Shape;1148;p9"/>
          <p:cNvGrpSpPr/>
          <p:nvPr/>
        </p:nvGrpSpPr>
        <p:grpSpPr>
          <a:xfrm flipH="1">
            <a:off x="444125" y="478875"/>
            <a:ext cx="8255750" cy="4125125"/>
            <a:chOff x="444125" y="478875"/>
            <a:chExt cx="8255750" cy="4125125"/>
          </a:xfrm>
        </p:grpSpPr>
        <p:cxnSp>
          <p:nvCxnSpPr>
            <p:cNvPr id="1149" name="Google Shape;1149;p9"/>
            <p:cNvCxnSpPr/>
            <p:nvPr/>
          </p:nvCxnSpPr>
          <p:spPr>
            <a:xfrm rot="10800000">
              <a:off x="444125" y="478875"/>
              <a:ext cx="0" cy="3005700"/>
            </a:xfrm>
            <a:prstGeom prst="straightConnector1">
              <a:avLst/>
            </a:prstGeom>
            <a:noFill/>
            <a:ln w="9525" cap="flat" cmpd="sng">
              <a:solidFill>
                <a:schemeClr val="dk2"/>
              </a:solidFill>
              <a:prstDash val="solid"/>
              <a:round/>
              <a:headEnd type="none" w="med" len="med"/>
              <a:tailEnd type="none" w="med" len="med"/>
            </a:ln>
          </p:spPr>
        </p:cxnSp>
        <p:cxnSp>
          <p:nvCxnSpPr>
            <p:cNvPr id="1150" name="Google Shape;1150;p9"/>
            <p:cNvCxnSpPr/>
            <p:nvPr/>
          </p:nvCxnSpPr>
          <p:spPr>
            <a:xfrm rot="10800000">
              <a:off x="8699875" y="3569300"/>
              <a:ext cx="0" cy="103470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298"/>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bg>
      <p:bgPr>
        <a:gradFill>
          <a:gsLst>
            <a:gs pos="0">
              <a:schemeClr val="accent1"/>
            </a:gs>
            <a:gs pos="100000">
              <a:schemeClr val="lt1"/>
            </a:gs>
          </a:gsLst>
          <a:path path="circle">
            <a:fillToRect l="50000" t="50000" r="50000" b="50000"/>
          </a:path>
          <a:tileRect/>
        </a:gradFill>
        <a:effectLst/>
      </p:bgPr>
    </p:bg>
    <p:spTree>
      <p:nvGrpSpPr>
        <p:cNvPr id="1" name="Shape 1299"/>
        <p:cNvGrpSpPr/>
        <p:nvPr/>
      </p:nvGrpSpPr>
      <p:grpSpPr>
        <a:xfrm>
          <a:off x="0" y="0"/>
          <a:ext cx="0" cy="0"/>
          <a:chOff x="0" y="0"/>
          <a:chExt cx="0" cy="0"/>
        </a:xfrm>
      </p:grpSpPr>
      <p:grpSp>
        <p:nvGrpSpPr>
          <p:cNvPr id="1300" name="Google Shape;1300;p13"/>
          <p:cNvGrpSpPr/>
          <p:nvPr/>
        </p:nvGrpSpPr>
        <p:grpSpPr>
          <a:xfrm>
            <a:off x="2" y="46"/>
            <a:ext cx="9143710" cy="5143425"/>
            <a:chOff x="2" y="-41"/>
            <a:chExt cx="9143710" cy="5143425"/>
          </a:xfrm>
        </p:grpSpPr>
        <p:sp>
          <p:nvSpPr>
            <p:cNvPr id="1301" name="Google Shape;1301;p13"/>
            <p:cNvSpPr/>
            <p:nvPr/>
          </p:nvSpPr>
          <p:spPr>
            <a:xfrm>
              <a:off x="2" y="-41"/>
              <a:ext cx="608631" cy="574350"/>
            </a:xfrm>
            <a:custGeom>
              <a:avLst/>
              <a:gdLst/>
              <a:ahLst/>
              <a:cxnLst/>
              <a:rect l="l" t="t" r="r" b="b"/>
              <a:pathLst>
                <a:path w="11345" h="10706" extrusionOk="0">
                  <a:moveTo>
                    <a:pt x="5661" y="10705"/>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02" name="Google Shape;1302;p13"/>
            <p:cNvSpPr/>
            <p:nvPr/>
          </p:nvSpPr>
          <p:spPr>
            <a:xfrm>
              <a:off x="609169" y="-41"/>
              <a:ext cx="609221" cy="574350"/>
            </a:xfrm>
            <a:custGeom>
              <a:avLst/>
              <a:gdLst/>
              <a:ahLst/>
              <a:cxnLst/>
              <a:rect l="l" t="t" r="r" b="b"/>
              <a:pathLst>
                <a:path w="11356" h="10706" extrusionOk="0">
                  <a:moveTo>
                    <a:pt x="5684" y="10705"/>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03" name="Google Shape;1303;p13"/>
            <p:cNvSpPr/>
            <p:nvPr/>
          </p:nvSpPr>
          <p:spPr>
            <a:xfrm>
              <a:off x="1218980" y="-41"/>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04" name="Google Shape;1304;p13"/>
            <p:cNvSpPr/>
            <p:nvPr/>
          </p:nvSpPr>
          <p:spPr>
            <a:xfrm>
              <a:off x="1828738" y="-41"/>
              <a:ext cx="608631" cy="574350"/>
            </a:xfrm>
            <a:custGeom>
              <a:avLst/>
              <a:gdLst/>
              <a:ahLst/>
              <a:cxnLst/>
              <a:rect l="l" t="t" r="r" b="b"/>
              <a:pathLst>
                <a:path w="11345" h="10706" extrusionOk="0">
                  <a:moveTo>
                    <a:pt x="5684" y="10705"/>
                  </a:moveTo>
                  <a:lnTo>
                    <a:pt x="1" y="5341"/>
                  </a:lnTo>
                  <a:lnTo>
                    <a:pt x="5684"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05" name="Google Shape;1305;p13"/>
            <p:cNvSpPr/>
            <p:nvPr/>
          </p:nvSpPr>
          <p:spPr>
            <a:xfrm>
              <a:off x="2439139" y="-41"/>
              <a:ext cx="608631" cy="574350"/>
            </a:xfrm>
            <a:custGeom>
              <a:avLst/>
              <a:gdLst/>
              <a:ahLst/>
              <a:cxnLst/>
              <a:rect l="l" t="t" r="r" b="b"/>
              <a:pathLst>
                <a:path w="11345" h="10706" extrusionOk="0">
                  <a:moveTo>
                    <a:pt x="5672" y="10705"/>
                  </a:moveTo>
                  <a:lnTo>
                    <a:pt x="1"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06" name="Google Shape;1306;p13"/>
            <p:cNvSpPr/>
            <p:nvPr/>
          </p:nvSpPr>
          <p:spPr>
            <a:xfrm>
              <a:off x="3048950" y="-41"/>
              <a:ext cx="608577" cy="574350"/>
            </a:xfrm>
            <a:custGeom>
              <a:avLst/>
              <a:gdLst/>
              <a:ahLst/>
              <a:cxnLst/>
              <a:rect l="l" t="t" r="r" b="b"/>
              <a:pathLst>
                <a:path w="11344" h="10706" extrusionOk="0">
                  <a:moveTo>
                    <a:pt x="5661" y="10705"/>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07" name="Google Shape;1307;p13"/>
            <p:cNvSpPr/>
            <p:nvPr/>
          </p:nvSpPr>
          <p:spPr>
            <a:xfrm>
              <a:off x="3658117" y="-41"/>
              <a:ext cx="609221" cy="574350"/>
            </a:xfrm>
            <a:custGeom>
              <a:avLst/>
              <a:gdLst/>
              <a:ahLst/>
              <a:cxnLst/>
              <a:rect l="l" t="t" r="r" b="b"/>
              <a:pathLst>
                <a:path w="11356" h="10706" extrusionOk="0">
                  <a:moveTo>
                    <a:pt x="5684" y="10705"/>
                  </a:moveTo>
                  <a:lnTo>
                    <a:pt x="0" y="5341"/>
                  </a:lnTo>
                  <a:lnTo>
                    <a:pt x="5684"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08" name="Google Shape;1308;p13"/>
            <p:cNvSpPr/>
            <p:nvPr/>
          </p:nvSpPr>
          <p:spPr>
            <a:xfrm>
              <a:off x="4267875" y="-41"/>
              <a:ext cx="609221" cy="574350"/>
            </a:xfrm>
            <a:custGeom>
              <a:avLst/>
              <a:gdLst/>
              <a:ahLst/>
              <a:cxnLst/>
              <a:rect l="l" t="t" r="r" b="b"/>
              <a:pathLst>
                <a:path w="11356" h="10706" extrusionOk="0">
                  <a:moveTo>
                    <a:pt x="5684" y="10705"/>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09" name="Google Shape;1309;p13"/>
            <p:cNvSpPr/>
            <p:nvPr/>
          </p:nvSpPr>
          <p:spPr>
            <a:xfrm>
              <a:off x="4878276" y="-41"/>
              <a:ext cx="609221" cy="574350"/>
            </a:xfrm>
            <a:custGeom>
              <a:avLst/>
              <a:gdLst/>
              <a:ahLst/>
              <a:cxnLst/>
              <a:rect l="l" t="t" r="r" b="b"/>
              <a:pathLst>
                <a:path w="11356" h="10706" extrusionOk="0">
                  <a:moveTo>
                    <a:pt x="5673" y="10705"/>
                  </a:moveTo>
                  <a:lnTo>
                    <a:pt x="1" y="5341"/>
                  </a:lnTo>
                  <a:lnTo>
                    <a:pt x="5673"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10" name="Google Shape;1310;p13"/>
            <p:cNvSpPr/>
            <p:nvPr/>
          </p:nvSpPr>
          <p:spPr>
            <a:xfrm>
              <a:off x="5488087" y="-41"/>
              <a:ext cx="608631" cy="574350"/>
            </a:xfrm>
            <a:custGeom>
              <a:avLst/>
              <a:gdLst/>
              <a:ahLst/>
              <a:cxnLst/>
              <a:rect l="l" t="t" r="r" b="b"/>
              <a:pathLst>
                <a:path w="11345" h="10706" extrusionOk="0">
                  <a:moveTo>
                    <a:pt x="5672" y="10705"/>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11" name="Google Shape;1311;p13"/>
            <p:cNvSpPr/>
            <p:nvPr/>
          </p:nvSpPr>
          <p:spPr>
            <a:xfrm>
              <a:off x="6097845" y="-41"/>
              <a:ext cx="608631" cy="574350"/>
            </a:xfrm>
            <a:custGeom>
              <a:avLst/>
              <a:gdLst/>
              <a:ahLst/>
              <a:cxnLst/>
              <a:rect l="l" t="t" r="r" b="b"/>
              <a:pathLst>
                <a:path w="11345" h="10706" extrusionOk="0">
                  <a:moveTo>
                    <a:pt x="5661" y="10705"/>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12" name="Google Shape;1312;p13"/>
            <p:cNvSpPr/>
            <p:nvPr/>
          </p:nvSpPr>
          <p:spPr>
            <a:xfrm>
              <a:off x="6707066" y="-41"/>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13" name="Google Shape;1313;p13"/>
            <p:cNvSpPr/>
            <p:nvPr/>
          </p:nvSpPr>
          <p:spPr>
            <a:xfrm>
              <a:off x="2" y="571144"/>
              <a:ext cx="608631" cy="574350"/>
            </a:xfrm>
            <a:custGeom>
              <a:avLst/>
              <a:gdLst/>
              <a:ahLst/>
              <a:cxnLst/>
              <a:rect l="l" t="t" r="r" b="b"/>
              <a:pathLst>
                <a:path w="11345" h="10706" extrusionOk="0">
                  <a:moveTo>
                    <a:pt x="5661" y="10706"/>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14" name="Google Shape;1314;p13"/>
            <p:cNvSpPr/>
            <p:nvPr/>
          </p:nvSpPr>
          <p:spPr>
            <a:xfrm>
              <a:off x="609169" y="571144"/>
              <a:ext cx="609221" cy="574350"/>
            </a:xfrm>
            <a:custGeom>
              <a:avLst/>
              <a:gdLst/>
              <a:ahLst/>
              <a:cxnLst/>
              <a:rect l="l" t="t" r="r" b="b"/>
              <a:pathLst>
                <a:path w="11356" h="10706" extrusionOk="0">
                  <a:moveTo>
                    <a:pt x="5684" y="10706"/>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15" name="Google Shape;1315;p13"/>
            <p:cNvSpPr/>
            <p:nvPr/>
          </p:nvSpPr>
          <p:spPr>
            <a:xfrm>
              <a:off x="1218980" y="571144"/>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16" name="Google Shape;1316;p13"/>
            <p:cNvSpPr/>
            <p:nvPr/>
          </p:nvSpPr>
          <p:spPr>
            <a:xfrm>
              <a:off x="1828738" y="571144"/>
              <a:ext cx="608631" cy="574350"/>
            </a:xfrm>
            <a:custGeom>
              <a:avLst/>
              <a:gdLst/>
              <a:ahLst/>
              <a:cxnLst/>
              <a:rect l="l" t="t" r="r" b="b"/>
              <a:pathLst>
                <a:path w="11345" h="10706" extrusionOk="0">
                  <a:moveTo>
                    <a:pt x="5684" y="10706"/>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17" name="Google Shape;1317;p13"/>
            <p:cNvSpPr/>
            <p:nvPr/>
          </p:nvSpPr>
          <p:spPr>
            <a:xfrm>
              <a:off x="2439139" y="571144"/>
              <a:ext cx="608631" cy="574350"/>
            </a:xfrm>
            <a:custGeom>
              <a:avLst/>
              <a:gdLst/>
              <a:ahLst/>
              <a:cxnLst/>
              <a:rect l="l" t="t" r="r" b="b"/>
              <a:pathLst>
                <a:path w="11345" h="10706" extrusionOk="0">
                  <a:moveTo>
                    <a:pt x="5672" y="10706"/>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18" name="Google Shape;1318;p13"/>
            <p:cNvSpPr/>
            <p:nvPr/>
          </p:nvSpPr>
          <p:spPr>
            <a:xfrm>
              <a:off x="3048950" y="571144"/>
              <a:ext cx="608577" cy="574350"/>
            </a:xfrm>
            <a:custGeom>
              <a:avLst/>
              <a:gdLst/>
              <a:ahLst/>
              <a:cxnLst/>
              <a:rect l="l" t="t" r="r" b="b"/>
              <a:pathLst>
                <a:path w="11344" h="10706" extrusionOk="0">
                  <a:moveTo>
                    <a:pt x="5661" y="10706"/>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19" name="Google Shape;1319;p13"/>
            <p:cNvSpPr/>
            <p:nvPr/>
          </p:nvSpPr>
          <p:spPr>
            <a:xfrm>
              <a:off x="3658117" y="571144"/>
              <a:ext cx="609221" cy="574350"/>
            </a:xfrm>
            <a:custGeom>
              <a:avLst/>
              <a:gdLst/>
              <a:ahLst/>
              <a:cxnLst/>
              <a:rect l="l" t="t" r="r" b="b"/>
              <a:pathLst>
                <a:path w="11356" h="10706" extrusionOk="0">
                  <a:moveTo>
                    <a:pt x="5684" y="10706"/>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20" name="Google Shape;1320;p13"/>
            <p:cNvSpPr/>
            <p:nvPr/>
          </p:nvSpPr>
          <p:spPr>
            <a:xfrm>
              <a:off x="4267875" y="571144"/>
              <a:ext cx="609221" cy="574350"/>
            </a:xfrm>
            <a:custGeom>
              <a:avLst/>
              <a:gdLst/>
              <a:ahLst/>
              <a:cxnLst/>
              <a:rect l="l" t="t" r="r" b="b"/>
              <a:pathLst>
                <a:path w="11356" h="10706" extrusionOk="0">
                  <a:moveTo>
                    <a:pt x="5684" y="10706"/>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21" name="Google Shape;1321;p13"/>
            <p:cNvSpPr/>
            <p:nvPr/>
          </p:nvSpPr>
          <p:spPr>
            <a:xfrm>
              <a:off x="4878276" y="571144"/>
              <a:ext cx="609221" cy="574350"/>
            </a:xfrm>
            <a:custGeom>
              <a:avLst/>
              <a:gdLst/>
              <a:ahLst/>
              <a:cxnLst/>
              <a:rect l="l" t="t" r="r" b="b"/>
              <a:pathLst>
                <a:path w="11356" h="10706" extrusionOk="0">
                  <a:moveTo>
                    <a:pt x="5673" y="10706"/>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22" name="Google Shape;1322;p13"/>
            <p:cNvSpPr/>
            <p:nvPr/>
          </p:nvSpPr>
          <p:spPr>
            <a:xfrm>
              <a:off x="5488087" y="571144"/>
              <a:ext cx="608631" cy="574350"/>
            </a:xfrm>
            <a:custGeom>
              <a:avLst/>
              <a:gdLst/>
              <a:ahLst/>
              <a:cxnLst/>
              <a:rect l="l" t="t" r="r" b="b"/>
              <a:pathLst>
                <a:path w="11345" h="10706" extrusionOk="0">
                  <a:moveTo>
                    <a:pt x="5672" y="10706"/>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23" name="Google Shape;1323;p13"/>
            <p:cNvSpPr/>
            <p:nvPr/>
          </p:nvSpPr>
          <p:spPr>
            <a:xfrm>
              <a:off x="6097845" y="571144"/>
              <a:ext cx="608631" cy="574350"/>
            </a:xfrm>
            <a:custGeom>
              <a:avLst/>
              <a:gdLst/>
              <a:ahLst/>
              <a:cxnLst/>
              <a:rect l="l" t="t" r="r" b="b"/>
              <a:pathLst>
                <a:path w="11345" h="10706" extrusionOk="0">
                  <a:moveTo>
                    <a:pt x="5661" y="10706"/>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24" name="Google Shape;1324;p13"/>
            <p:cNvSpPr/>
            <p:nvPr/>
          </p:nvSpPr>
          <p:spPr>
            <a:xfrm>
              <a:off x="6707066" y="571144"/>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25" name="Google Shape;1325;p13"/>
            <p:cNvSpPr/>
            <p:nvPr/>
          </p:nvSpPr>
          <p:spPr>
            <a:xfrm>
              <a:off x="2" y="1142382"/>
              <a:ext cx="608631" cy="573706"/>
            </a:xfrm>
            <a:custGeom>
              <a:avLst/>
              <a:gdLst/>
              <a:ahLst/>
              <a:cxnLst/>
              <a:rect l="l" t="t" r="r" b="b"/>
              <a:pathLst>
                <a:path w="11345" h="10694" extrusionOk="0">
                  <a:moveTo>
                    <a:pt x="5661" y="10694"/>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26" name="Google Shape;1326;p13"/>
            <p:cNvSpPr/>
            <p:nvPr/>
          </p:nvSpPr>
          <p:spPr>
            <a:xfrm>
              <a:off x="609169" y="1142382"/>
              <a:ext cx="609221" cy="573706"/>
            </a:xfrm>
            <a:custGeom>
              <a:avLst/>
              <a:gdLst/>
              <a:ahLst/>
              <a:cxnLst/>
              <a:rect l="l" t="t" r="r" b="b"/>
              <a:pathLst>
                <a:path w="11356" h="10694" extrusionOk="0">
                  <a:moveTo>
                    <a:pt x="5684" y="10694"/>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27" name="Google Shape;1327;p13"/>
            <p:cNvSpPr/>
            <p:nvPr/>
          </p:nvSpPr>
          <p:spPr>
            <a:xfrm>
              <a:off x="1218980" y="1142382"/>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28" name="Google Shape;1328;p13"/>
            <p:cNvSpPr/>
            <p:nvPr/>
          </p:nvSpPr>
          <p:spPr>
            <a:xfrm>
              <a:off x="1828738" y="1142382"/>
              <a:ext cx="608631" cy="573706"/>
            </a:xfrm>
            <a:custGeom>
              <a:avLst/>
              <a:gdLst/>
              <a:ahLst/>
              <a:cxnLst/>
              <a:rect l="l" t="t" r="r" b="b"/>
              <a:pathLst>
                <a:path w="11345" h="10694" extrusionOk="0">
                  <a:moveTo>
                    <a:pt x="5684" y="10694"/>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29" name="Google Shape;1329;p13"/>
            <p:cNvSpPr/>
            <p:nvPr/>
          </p:nvSpPr>
          <p:spPr>
            <a:xfrm>
              <a:off x="2439139" y="1142382"/>
              <a:ext cx="608631" cy="573706"/>
            </a:xfrm>
            <a:custGeom>
              <a:avLst/>
              <a:gdLst/>
              <a:ahLst/>
              <a:cxnLst/>
              <a:rect l="l" t="t" r="r" b="b"/>
              <a:pathLst>
                <a:path w="11345" h="10694" extrusionOk="0">
                  <a:moveTo>
                    <a:pt x="5672" y="10694"/>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30" name="Google Shape;1330;p13"/>
            <p:cNvSpPr/>
            <p:nvPr/>
          </p:nvSpPr>
          <p:spPr>
            <a:xfrm>
              <a:off x="3048950" y="1142382"/>
              <a:ext cx="608577" cy="573706"/>
            </a:xfrm>
            <a:custGeom>
              <a:avLst/>
              <a:gdLst/>
              <a:ahLst/>
              <a:cxnLst/>
              <a:rect l="l" t="t" r="r" b="b"/>
              <a:pathLst>
                <a:path w="11344" h="10694" extrusionOk="0">
                  <a:moveTo>
                    <a:pt x="5661" y="10694"/>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31" name="Google Shape;1331;p13"/>
            <p:cNvSpPr/>
            <p:nvPr/>
          </p:nvSpPr>
          <p:spPr>
            <a:xfrm>
              <a:off x="3658117" y="1142382"/>
              <a:ext cx="609221" cy="573706"/>
            </a:xfrm>
            <a:custGeom>
              <a:avLst/>
              <a:gdLst/>
              <a:ahLst/>
              <a:cxnLst/>
              <a:rect l="l" t="t" r="r" b="b"/>
              <a:pathLst>
                <a:path w="11356" h="10694" extrusionOk="0">
                  <a:moveTo>
                    <a:pt x="5684" y="10694"/>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32" name="Google Shape;1332;p13"/>
            <p:cNvSpPr/>
            <p:nvPr/>
          </p:nvSpPr>
          <p:spPr>
            <a:xfrm>
              <a:off x="4267875" y="1142382"/>
              <a:ext cx="609221" cy="573706"/>
            </a:xfrm>
            <a:custGeom>
              <a:avLst/>
              <a:gdLst/>
              <a:ahLst/>
              <a:cxnLst/>
              <a:rect l="l" t="t" r="r" b="b"/>
              <a:pathLst>
                <a:path w="11356" h="10694" extrusionOk="0">
                  <a:moveTo>
                    <a:pt x="5684" y="10694"/>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33" name="Google Shape;1333;p13"/>
            <p:cNvSpPr/>
            <p:nvPr/>
          </p:nvSpPr>
          <p:spPr>
            <a:xfrm>
              <a:off x="4878276" y="1142382"/>
              <a:ext cx="609221" cy="573706"/>
            </a:xfrm>
            <a:custGeom>
              <a:avLst/>
              <a:gdLst/>
              <a:ahLst/>
              <a:cxnLst/>
              <a:rect l="l" t="t" r="r" b="b"/>
              <a:pathLst>
                <a:path w="11356" h="10694" extrusionOk="0">
                  <a:moveTo>
                    <a:pt x="5673" y="10694"/>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34" name="Google Shape;1334;p13"/>
            <p:cNvSpPr/>
            <p:nvPr/>
          </p:nvSpPr>
          <p:spPr>
            <a:xfrm>
              <a:off x="5488087" y="1142382"/>
              <a:ext cx="608631" cy="573706"/>
            </a:xfrm>
            <a:custGeom>
              <a:avLst/>
              <a:gdLst/>
              <a:ahLst/>
              <a:cxnLst/>
              <a:rect l="l" t="t" r="r" b="b"/>
              <a:pathLst>
                <a:path w="11345" h="10694" extrusionOk="0">
                  <a:moveTo>
                    <a:pt x="5672" y="10694"/>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35" name="Google Shape;1335;p13"/>
            <p:cNvSpPr/>
            <p:nvPr/>
          </p:nvSpPr>
          <p:spPr>
            <a:xfrm>
              <a:off x="6097845" y="1142382"/>
              <a:ext cx="608631" cy="573706"/>
            </a:xfrm>
            <a:custGeom>
              <a:avLst/>
              <a:gdLst/>
              <a:ahLst/>
              <a:cxnLst/>
              <a:rect l="l" t="t" r="r" b="b"/>
              <a:pathLst>
                <a:path w="11345" h="10694" extrusionOk="0">
                  <a:moveTo>
                    <a:pt x="5661" y="10694"/>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36" name="Google Shape;1336;p13"/>
            <p:cNvSpPr/>
            <p:nvPr/>
          </p:nvSpPr>
          <p:spPr>
            <a:xfrm>
              <a:off x="6707066" y="1142382"/>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37" name="Google Shape;1337;p13"/>
            <p:cNvSpPr/>
            <p:nvPr/>
          </p:nvSpPr>
          <p:spPr>
            <a:xfrm>
              <a:off x="2" y="1712977"/>
              <a:ext cx="608631" cy="574350"/>
            </a:xfrm>
            <a:custGeom>
              <a:avLst/>
              <a:gdLst/>
              <a:ahLst/>
              <a:cxnLst/>
              <a:rect l="l" t="t" r="r" b="b"/>
              <a:pathLst>
                <a:path w="11345" h="10706" extrusionOk="0">
                  <a:moveTo>
                    <a:pt x="5661" y="10705"/>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38" name="Google Shape;1338;p13"/>
            <p:cNvSpPr/>
            <p:nvPr/>
          </p:nvSpPr>
          <p:spPr>
            <a:xfrm>
              <a:off x="609169" y="1712977"/>
              <a:ext cx="609221" cy="574350"/>
            </a:xfrm>
            <a:custGeom>
              <a:avLst/>
              <a:gdLst/>
              <a:ahLst/>
              <a:cxnLst/>
              <a:rect l="l" t="t" r="r" b="b"/>
              <a:pathLst>
                <a:path w="11356" h="10706" extrusionOk="0">
                  <a:moveTo>
                    <a:pt x="5684" y="10705"/>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39" name="Google Shape;1339;p13"/>
            <p:cNvSpPr/>
            <p:nvPr/>
          </p:nvSpPr>
          <p:spPr>
            <a:xfrm>
              <a:off x="1218980" y="1712977"/>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40" name="Google Shape;1340;p13"/>
            <p:cNvSpPr/>
            <p:nvPr/>
          </p:nvSpPr>
          <p:spPr>
            <a:xfrm>
              <a:off x="1828738" y="1712977"/>
              <a:ext cx="608631" cy="574350"/>
            </a:xfrm>
            <a:custGeom>
              <a:avLst/>
              <a:gdLst/>
              <a:ahLst/>
              <a:cxnLst/>
              <a:rect l="l" t="t" r="r" b="b"/>
              <a:pathLst>
                <a:path w="11345" h="10706" extrusionOk="0">
                  <a:moveTo>
                    <a:pt x="5684" y="10705"/>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41" name="Google Shape;1341;p13"/>
            <p:cNvSpPr/>
            <p:nvPr/>
          </p:nvSpPr>
          <p:spPr>
            <a:xfrm>
              <a:off x="2439139" y="1712977"/>
              <a:ext cx="608631" cy="574350"/>
            </a:xfrm>
            <a:custGeom>
              <a:avLst/>
              <a:gdLst/>
              <a:ahLst/>
              <a:cxnLst/>
              <a:rect l="l" t="t" r="r" b="b"/>
              <a:pathLst>
                <a:path w="11345" h="10706" extrusionOk="0">
                  <a:moveTo>
                    <a:pt x="5672" y="10705"/>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42" name="Google Shape;1342;p13"/>
            <p:cNvSpPr/>
            <p:nvPr/>
          </p:nvSpPr>
          <p:spPr>
            <a:xfrm>
              <a:off x="3048950" y="1712977"/>
              <a:ext cx="608577" cy="574350"/>
            </a:xfrm>
            <a:custGeom>
              <a:avLst/>
              <a:gdLst/>
              <a:ahLst/>
              <a:cxnLst/>
              <a:rect l="l" t="t" r="r" b="b"/>
              <a:pathLst>
                <a:path w="11344" h="10706" extrusionOk="0">
                  <a:moveTo>
                    <a:pt x="5661" y="10705"/>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43" name="Google Shape;1343;p13"/>
            <p:cNvSpPr/>
            <p:nvPr/>
          </p:nvSpPr>
          <p:spPr>
            <a:xfrm>
              <a:off x="3658117" y="1712977"/>
              <a:ext cx="609221" cy="574350"/>
            </a:xfrm>
            <a:custGeom>
              <a:avLst/>
              <a:gdLst/>
              <a:ahLst/>
              <a:cxnLst/>
              <a:rect l="l" t="t" r="r" b="b"/>
              <a:pathLst>
                <a:path w="11356" h="10706" extrusionOk="0">
                  <a:moveTo>
                    <a:pt x="5684" y="10705"/>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44" name="Google Shape;1344;p13"/>
            <p:cNvSpPr/>
            <p:nvPr/>
          </p:nvSpPr>
          <p:spPr>
            <a:xfrm>
              <a:off x="4267875" y="1712977"/>
              <a:ext cx="609221" cy="574350"/>
            </a:xfrm>
            <a:custGeom>
              <a:avLst/>
              <a:gdLst/>
              <a:ahLst/>
              <a:cxnLst/>
              <a:rect l="l" t="t" r="r" b="b"/>
              <a:pathLst>
                <a:path w="11356" h="10706" extrusionOk="0">
                  <a:moveTo>
                    <a:pt x="5684" y="10705"/>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45" name="Google Shape;1345;p13"/>
            <p:cNvSpPr/>
            <p:nvPr/>
          </p:nvSpPr>
          <p:spPr>
            <a:xfrm>
              <a:off x="4878276" y="1712977"/>
              <a:ext cx="609221" cy="574350"/>
            </a:xfrm>
            <a:custGeom>
              <a:avLst/>
              <a:gdLst/>
              <a:ahLst/>
              <a:cxnLst/>
              <a:rect l="l" t="t" r="r" b="b"/>
              <a:pathLst>
                <a:path w="11356" h="10706" extrusionOk="0">
                  <a:moveTo>
                    <a:pt x="5673" y="10705"/>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46" name="Google Shape;1346;p13"/>
            <p:cNvSpPr/>
            <p:nvPr/>
          </p:nvSpPr>
          <p:spPr>
            <a:xfrm>
              <a:off x="5488087" y="1712977"/>
              <a:ext cx="608631" cy="574350"/>
            </a:xfrm>
            <a:custGeom>
              <a:avLst/>
              <a:gdLst/>
              <a:ahLst/>
              <a:cxnLst/>
              <a:rect l="l" t="t" r="r" b="b"/>
              <a:pathLst>
                <a:path w="11345" h="10706" extrusionOk="0">
                  <a:moveTo>
                    <a:pt x="5672" y="10705"/>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47" name="Google Shape;1347;p13"/>
            <p:cNvSpPr/>
            <p:nvPr/>
          </p:nvSpPr>
          <p:spPr>
            <a:xfrm>
              <a:off x="6097845" y="1712977"/>
              <a:ext cx="608631" cy="574350"/>
            </a:xfrm>
            <a:custGeom>
              <a:avLst/>
              <a:gdLst/>
              <a:ahLst/>
              <a:cxnLst/>
              <a:rect l="l" t="t" r="r" b="b"/>
              <a:pathLst>
                <a:path w="11345" h="10706" extrusionOk="0">
                  <a:moveTo>
                    <a:pt x="5661" y="10705"/>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48" name="Google Shape;1348;p13"/>
            <p:cNvSpPr/>
            <p:nvPr/>
          </p:nvSpPr>
          <p:spPr>
            <a:xfrm>
              <a:off x="6707066" y="1712977"/>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49" name="Google Shape;1349;p13"/>
            <p:cNvSpPr/>
            <p:nvPr/>
          </p:nvSpPr>
          <p:spPr>
            <a:xfrm>
              <a:off x="2" y="2284216"/>
              <a:ext cx="608631" cy="574940"/>
            </a:xfrm>
            <a:custGeom>
              <a:avLst/>
              <a:gdLst/>
              <a:ahLst/>
              <a:cxnLst/>
              <a:rect l="l" t="t" r="r" b="b"/>
              <a:pathLst>
                <a:path w="11345" h="10717" extrusionOk="0">
                  <a:moveTo>
                    <a:pt x="5661" y="10716"/>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50" name="Google Shape;1350;p13"/>
            <p:cNvSpPr/>
            <p:nvPr/>
          </p:nvSpPr>
          <p:spPr>
            <a:xfrm>
              <a:off x="609169" y="2284216"/>
              <a:ext cx="609221" cy="574940"/>
            </a:xfrm>
            <a:custGeom>
              <a:avLst/>
              <a:gdLst/>
              <a:ahLst/>
              <a:cxnLst/>
              <a:rect l="l" t="t" r="r" b="b"/>
              <a:pathLst>
                <a:path w="11356" h="10717" extrusionOk="0">
                  <a:moveTo>
                    <a:pt x="5684" y="10716"/>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51" name="Google Shape;1351;p13"/>
            <p:cNvSpPr/>
            <p:nvPr/>
          </p:nvSpPr>
          <p:spPr>
            <a:xfrm>
              <a:off x="1218980" y="2284216"/>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52" name="Google Shape;1352;p13"/>
            <p:cNvSpPr/>
            <p:nvPr/>
          </p:nvSpPr>
          <p:spPr>
            <a:xfrm>
              <a:off x="1828738" y="2284216"/>
              <a:ext cx="608631" cy="574940"/>
            </a:xfrm>
            <a:custGeom>
              <a:avLst/>
              <a:gdLst/>
              <a:ahLst/>
              <a:cxnLst/>
              <a:rect l="l" t="t" r="r" b="b"/>
              <a:pathLst>
                <a:path w="11345" h="10717" extrusionOk="0">
                  <a:moveTo>
                    <a:pt x="5684" y="10716"/>
                  </a:moveTo>
                  <a:lnTo>
                    <a:pt x="1" y="5352"/>
                  </a:lnTo>
                  <a:lnTo>
                    <a:pt x="5684"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53" name="Google Shape;1353;p13"/>
            <p:cNvSpPr/>
            <p:nvPr/>
          </p:nvSpPr>
          <p:spPr>
            <a:xfrm>
              <a:off x="2439139" y="2284216"/>
              <a:ext cx="608631" cy="574940"/>
            </a:xfrm>
            <a:custGeom>
              <a:avLst/>
              <a:gdLst/>
              <a:ahLst/>
              <a:cxnLst/>
              <a:rect l="l" t="t" r="r" b="b"/>
              <a:pathLst>
                <a:path w="11345" h="10717" extrusionOk="0">
                  <a:moveTo>
                    <a:pt x="5672" y="10716"/>
                  </a:moveTo>
                  <a:lnTo>
                    <a:pt x="1"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54" name="Google Shape;1354;p13"/>
            <p:cNvSpPr/>
            <p:nvPr/>
          </p:nvSpPr>
          <p:spPr>
            <a:xfrm>
              <a:off x="3048950" y="2284216"/>
              <a:ext cx="608577" cy="574940"/>
            </a:xfrm>
            <a:custGeom>
              <a:avLst/>
              <a:gdLst/>
              <a:ahLst/>
              <a:cxnLst/>
              <a:rect l="l" t="t" r="r" b="b"/>
              <a:pathLst>
                <a:path w="11344" h="10717" extrusionOk="0">
                  <a:moveTo>
                    <a:pt x="5661" y="10716"/>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55" name="Google Shape;1355;p13"/>
            <p:cNvSpPr/>
            <p:nvPr/>
          </p:nvSpPr>
          <p:spPr>
            <a:xfrm>
              <a:off x="3658117" y="2284216"/>
              <a:ext cx="609221" cy="574940"/>
            </a:xfrm>
            <a:custGeom>
              <a:avLst/>
              <a:gdLst/>
              <a:ahLst/>
              <a:cxnLst/>
              <a:rect l="l" t="t" r="r" b="b"/>
              <a:pathLst>
                <a:path w="11356" h="10717" extrusionOk="0">
                  <a:moveTo>
                    <a:pt x="5684" y="10716"/>
                  </a:moveTo>
                  <a:lnTo>
                    <a:pt x="0" y="5352"/>
                  </a:lnTo>
                  <a:lnTo>
                    <a:pt x="5684"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56" name="Google Shape;1356;p13"/>
            <p:cNvSpPr/>
            <p:nvPr/>
          </p:nvSpPr>
          <p:spPr>
            <a:xfrm>
              <a:off x="4267875" y="2284216"/>
              <a:ext cx="609221" cy="574940"/>
            </a:xfrm>
            <a:custGeom>
              <a:avLst/>
              <a:gdLst/>
              <a:ahLst/>
              <a:cxnLst/>
              <a:rect l="l" t="t" r="r" b="b"/>
              <a:pathLst>
                <a:path w="11356" h="10717" extrusionOk="0">
                  <a:moveTo>
                    <a:pt x="5684" y="10716"/>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57" name="Google Shape;1357;p13"/>
            <p:cNvSpPr/>
            <p:nvPr/>
          </p:nvSpPr>
          <p:spPr>
            <a:xfrm>
              <a:off x="4878276" y="2284216"/>
              <a:ext cx="609221" cy="574940"/>
            </a:xfrm>
            <a:custGeom>
              <a:avLst/>
              <a:gdLst/>
              <a:ahLst/>
              <a:cxnLst/>
              <a:rect l="l" t="t" r="r" b="b"/>
              <a:pathLst>
                <a:path w="11356" h="10717" extrusionOk="0">
                  <a:moveTo>
                    <a:pt x="5673" y="10716"/>
                  </a:moveTo>
                  <a:lnTo>
                    <a:pt x="1" y="5352"/>
                  </a:lnTo>
                  <a:lnTo>
                    <a:pt x="5673"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58" name="Google Shape;1358;p13"/>
            <p:cNvSpPr/>
            <p:nvPr/>
          </p:nvSpPr>
          <p:spPr>
            <a:xfrm>
              <a:off x="5488087" y="2284216"/>
              <a:ext cx="608631" cy="574940"/>
            </a:xfrm>
            <a:custGeom>
              <a:avLst/>
              <a:gdLst/>
              <a:ahLst/>
              <a:cxnLst/>
              <a:rect l="l" t="t" r="r" b="b"/>
              <a:pathLst>
                <a:path w="11345" h="10717" extrusionOk="0">
                  <a:moveTo>
                    <a:pt x="5672" y="10716"/>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59" name="Google Shape;1359;p13"/>
            <p:cNvSpPr/>
            <p:nvPr/>
          </p:nvSpPr>
          <p:spPr>
            <a:xfrm>
              <a:off x="6097845" y="2284216"/>
              <a:ext cx="608631" cy="574940"/>
            </a:xfrm>
            <a:custGeom>
              <a:avLst/>
              <a:gdLst/>
              <a:ahLst/>
              <a:cxnLst/>
              <a:rect l="l" t="t" r="r" b="b"/>
              <a:pathLst>
                <a:path w="11345" h="10717" extrusionOk="0">
                  <a:moveTo>
                    <a:pt x="5661" y="10716"/>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60" name="Google Shape;1360;p13"/>
            <p:cNvSpPr/>
            <p:nvPr/>
          </p:nvSpPr>
          <p:spPr>
            <a:xfrm>
              <a:off x="6707066" y="2284216"/>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61" name="Google Shape;1361;p13"/>
            <p:cNvSpPr/>
            <p:nvPr/>
          </p:nvSpPr>
          <p:spPr>
            <a:xfrm>
              <a:off x="2" y="2856045"/>
              <a:ext cx="608631" cy="573706"/>
            </a:xfrm>
            <a:custGeom>
              <a:avLst/>
              <a:gdLst/>
              <a:ahLst/>
              <a:cxnLst/>
              <a:rect l="l" t="t" r="r" b="b"/>
              <a:pathLst>
                <a:path w="11345" h="10694" extrusionOk="0">
                  <a:moveTo>
                    <a:pt x="5661" y="10693"/>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62" name="Google Shape;1362;p13"/>
            <p:cNvSpPr/>
            <p:nvPr/>
          </p:nvSpPr>
          <p:spPr>
            <a:xfrm>
              <a:off x="609169" y="2856045"/>
              <a:ext cx="609221" cy="573706"/>
            </a:xfrm>
            <a:custGeom>
              <a:avLst/>
              <a:gdLst/>
              <a:ahLst/>
              <a:cxnLst/>
              <a:rect l="l" t="t" r="r" b="b"/>
              <a:pathLst>
                <a:path w="11356" h="10694" extrusionOk="0">
                  <a:moveTo>
                    <a:pt x="5684" y="10693"/>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63" name="Google Shape;1363;p13"/>
            <p:cNvSpPr/>
            <p:nvPr/>
          </p:nvSpPr>
          <p:spPr>
            <a:xfrm>
              <a:off x="1218980" y="2856045"/>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64" name="Google Shape;1364;p13"/>
            <p:cNvSpPr/>
            <p:nvPr/>
          </p:nvSpPr>
          <p:spPr>
            <a:xfrm>
              <a:off x="1828738" y="2856045"/>
              <a:ext cx="608631" cy="573706"/>
            </a:xfrm>
            <a:custGeom>
              <a:avLst/>
              <a:gdLst/>
              <a:ahLst/>
              <a:cxnLst/>
              <a:rect l="l" t="t" r="r" b="b"/>
              <a:pathLst>
                <a:path w="11345" h="10694" extrusionOk="0">
                  <a:moveTo>
                    <a:pt x="5684" y="10693"/>
                  </a:moveTo>
                  <a:lnTo>
                    <a:pt x="1" y="5341"/>
                  </a:lnTo>
                  <a:lnTo>
                    <a:pt x="5684"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65" name="Google Shape;1365;p13"/>
            <p:cNvSpPr/>
            <p:nvPr/>
          </p:nvSpPr>
          <p:spPr>
            <a:xfrm>
              <a:off x="2439139" y="2856045"/>
              <a:ext cx="608631" cy="573706"/>
            </a:xfrm>
            <a:custGeom>
              <a:avLst/>
              <a:gdLst/>
              <a:ahLst/>
              <a:cxnLst/>
              <a:rect l="l" t="t" r="r" b="b"/>
              <a:pathLst>
                <a:path w="11345" h="10694" extrusionOk="0">
                  <a:moveTo>
                    <a:pt x="5672" y="10693"/>
                  </a:moveTo>
                  <a:lnTo>
                    <a:pt x="1"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66" name="Google Shape;1366;p13"/>
            <p:cNvSpPr/>
            <p:nvPr/>
          </p:nvSpPr>
          <p:spPr>
            <a:xfrm>
              <a:off x="3048950" y="2856045"/>
              <a:ext cx="608577" cy="573706"/>
            </a:xfrm>
            <a:custGeom>
              <a:avLst/>
              <a:gdLst/>
              <a:ahLst/>
              <a:cxnLst/>
              <a:rect l="l" t="t" r="r" b="b"/>
              <a:pathLst>
                <a:path w="11344" h="10694" extrusionOk="0">
                  <a:moveTo>
                    <a:pt x="5661" y="10693"/>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67" name="Google Shape;1367;p13"/>
            <p:cNvSpPr/>
            <p:nvPr/>
          </p:nvSpPr>
          <p:spPr>
            <a:xfrm>
              <a:off x="3658117" y="2856045"/>
              <a:ext cx="609221" cy="573706"/>
            </a:xfrm>
            <a:custGeom>
              <a:avLst/>
              <a:gdLst/>
              <a:ahLst/>
              <a:cxnLst/>
              <a:rect l="l" t="t" r="r" b="b"/>
              <a:pathLst>
                <a:path w="11356" h="10694" extrusionOk="0">
                  <a:moveTo>
                    <a:pt x="5684" y="10693"/>
                  </a:moveTo>
                  <a:lnTo>
                    <a:pt x="0" y="5341"/>
                  </a:lnTo>
                  <a:lnTo>
                    <a:pt x="5684"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68" name="Google Shape;1368;p13"/>
            <p:cNvSpPr/>
            <p:nvPr/>
          </p:nvSpPr>
          <p:spPr>
            <a:xfrm>
              <a:off x="4267875" y="2856045"/>
              <a:ext cx="609221" cy="573706"/>
            </a:xfrm>
            <a:custGeom>
              <a:avLst/>
              <a:gdLst/>
              <a:ahLst/>
              <a:cxnLst/>
              <a:rect l="l" t="t" r="r" b="b"/>
              <a:pathLst>
                <a:path w="11356" h="10694" extrusionOk="0">
                  <a:moveTo>
                    <a:pt x="5684" y="10693"/>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69" name="Google Shape;1369;p13"/>
            <p:cNvSpPr/>
            <p:nvPr/>
          </p:nvSpPr>
          <p:spPr>
            <a:xfrm>
              <a:off x="4878276" y="2856045"/>
              <a:ext cx="609221" cy="573706"/>
            </a:xfrm>
            <a:custGeom>
              <a:avLst/>
              <a:gdLst/>
              <a:ahLst/>
              <a:cxnLst/>
              <a:rect l="l" t="t" r="r" b="b"/>
              <a:pathLst>
                <a:path w="11356" h="10694" extrusionOk="0">
                  <a:moveTo>
                    <a:pt x="5673" y="10693"/>
                  </a:moveTo>
                  <a:lnTo>
                    <a:pt x="1" y="5341"/>
                  </a:lnTo>
                  <a:lnTo>
                    <a:pt x="5673"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70" name="Google Shape;1370;p13"/>
            <p:cNvSpPr/>
            <p:nvPr/>
          </p:nvSpPr>
          <p:spPr>
            <a:xfrm>
              <a:off x="5488087" y="2856045"/>
              <a:ext cx="608631" cy="573706"/>
            </a:xfrm>
            <a:custGeom>
              <a:avLst/>
              <a:gdLst/>
              <a:ahLst/>
              <a:cxnLst/>
              <a:rect l="l" t="t" r="r" b="b"/>
              <a:pathLst>
                <a:path w="11345" h="10694" extrusionOk="0">
                  <a:moveTo>
                    <a:pt x="5672" y="10693"/>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71" name="Google Shape;1371;p13"/>
            <p:cNvSpPr/>
            <p:nvPr/>
          </p:nvSpPr>
          <p:spPr>
            <a:xfrm>
              <a:off x="6097845" y="2856045"/>
              <a:ext cx="608631" cy="573706"/>
            </a:xfrm>
            <a:custGeom>
              <a:avLst/>
              <a:gdLst/>
              <a:ahLst/>
              <a:cxnLst/>
              <a:rect l="l" t="t" r="r" b="b"/>
              <a:pathLst>
                <a:path w="11345" h="10694" extrusionOk="0">
                  <a:moveTo>
                    <a:pt x="5661" y="10693"/>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72" name="Google Shape;1372;p13"/>
            <p:cNvSpPr/>
            <p:nvPr/>
          </p:nvSpPr>
          <p:spPr>
            <a:xfrm>
              <a:off x="6707066" y="2856045"/>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73" name="Google Shape;1373;p13"/>
            <p:cNvSpPr/>
            <p:nvPr/>
          </p:nvSpPr>
          <p:spPr>
            <a:xfrm>
              <a:off x="2" y="3426639"/>
              <a:ext cx="608631" cy="574296"/>
            </a:xfrm>
            <a:custGeom>
              <a:avLst/>
              <a:gdLst/>
              <a:ahLst/>
              <a:cxnLst/>
              <a:rect l="l" t="t" r="r" b="b"/>
              <a:pathLst>
                <a:path w="11345" h="10705" extrusionOk="0">
                  <a:moveTo>
                    <a:pt x="5661" y="10705"/>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74" name="Google Shape;1374;p13"/>
            <p:cNvSpPr/>
            <p:nvPr/>
          </p:nvSpPr>
          <p:spPr>
            <a:xfrm>
              <a:off x="609169" y="3426639"/>
              <a:ext cx="609221" cy="574296"/>
            </a:xfrm>
            <a:custGeom>
              <a:avLst/>
              <a:gdLst/>
              <a:ahLst/>
              <a:cxnLst/>
              <a:rect l="l" t="t" r="r" b="b"/>
              <a:pathLst>
                <a:path w="11356" h="10705" extrusionOk="0">
                  <a:moveTo>
                    <a:pt x="5684" y="10705"/>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75" name="Google Shape;1375;p13"/>
            <p:cNvSpPr/>
            <p:nvPr/>
          </p:nvSpPr>
          <p:spPr>
            <a:xfrm>
              <a:off x="1218980" y="3426639"/>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76" name="Google Shape;1376;p13"/>
            <p:cNvSpPr/>
            <p:nvPr/>
          </p:nvSpPr>
          <p:spPr>
            <a:xfrm>
              <a:off x="1828738" y="3426639"/>
              <a:ext cx="608631" cy="574296"/>
            </a:xfrm>
            <a:custGeom>
              <a:avLst/>
              <a:gdLst/>
              <a:ahLst/>
              <a:cxnLst/>
              <a:rect l="l" t="t" r="r" b="b"/>
              <a:pathLst>
                <a:path w="11345" h="10705" extrusionOk="0">
                  <a:moveTo>
                    <a:pt x="5684" y="10705"/>
                  </a:moveTo>
                  <a:lnTo>
                    <a:pt x="1" y="5352"/>
                  </a:lnTo>
                  <a:lnTo>
                    <a:pt x="5684"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77" name="Google Shape;1377;p13"/>
            <p:cNvSpPr/>
            <p:nvPr/>
          </p:nvSpPr>
          <p:spPr>
            <a:xfrm>
              <a:off x="2439139" y="3426639"/>
              <a:ext cx="608631" cy="574296"/>
            </a:xfrm>
            <a:custGeom>
              <a:avLst/>
              <a:gdLst/>
              <a:ahLst/>
              <a:cxnLst/>
              <a:rect l="l" t="t" r="r" b="b"/>
              <a:pathLst>
                <a:path w="11345" h="10705" extrusionOk="0">
                  <a:moveTo>
                    <a:pt x="5672" y="10705"/>
                  </a:moveTo>
                  <a:lnTo>
                    <a:pt x="1"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78" name="Google Shape;1378;p13"/>
            <p:cNvSpPr/>
            <p:nvPr/>
          </p:nvSpPr>
          <p:spPr>
            <a:xfrm>
              <a:off x="3048950" y="3426639"/>
              <a:ext cx="608577" cy="574296"/>
            </a:xfrm>
            <a:custGeom>
              <a:avLst/>
              <a:gdLst/>
              <a:ahLst/>
              <a:cxnLst/>
              <a:rect l="l" t="t" r="r" b="b"/>
              <a:pathLst>
                <a:path w="11344" h="10705" extrusionOk="0">
                  <a:moveTo>
                    <a:pt x="5661" y="10705"/>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79" name="Google Shape;1379;p13"/>
            <p:cNvSpPr/>
            <p:nvPr/>
          </p:nvSpPr>
          <p:spPr>
            <a:xfrm>
              <a:off x="3658117" y="3426639"/>
              <a:ext cx="609221" cy="574296"/>
            </a:xfrm>
            <a:custGeom>
              <a:avLst/>
              <a:gdLst/>
              <a:ahLst/>
              <a:cxnLst/>
              <a:rect l="l" t="t" r="r" b="b"/>
              <a:pathLst>
                <a:path w="11356" h="10705" extrusionOk="0">
                  <a:moveTo>
                    <a:pt x="5684" y="10705"/>
                  </a:moveTo>
                  <a:lnTo>
                    <a:pt x="0" y="5352"/>
                  </a:lnTo>
                  <a:lnTo>
                    <a:pt x="5684"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80" name="Google Shape;1380;p13"/>
            <p:cNvSpPr/>
            <p:nvPr/>
          </p:nvSpPr>
          <p:spPr>
            <a:xfrm>
              <a:off x="4267875" y="3426639"/>
              <a:ext cx="609221" cy="574296"/>
            </a:xfrm>
            <a:custGeom>
              <a:avLst/>
              <a:gdLst/>
              <a:ahLst/>
              <a:cxnLst/>
              <a:rect l="l" t="t" r="r" b="b"/>
              <a:pathLst>
                <a:path w="11356" h="10705" extrusionOk="0">
                  <a:moveTo>
                    <a:pt x="5684" y="10705"/>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81" name="Google Shape;1381;p13"/>
            <p:cNvSpPr/>
            <p:nvPr/>
          </p:nvSpPr>
          <p:spPr>
            <a:xfrm>
              <a:off x="4878276" y="3426639"/>
              <a:ext cx="609221" cy="574296"/>
            </a:xfrm>
            <a:custGeom>
              <a:avLst/>
              <a:gdLst/>
              <a:ahLst/>
              <a:cxnLst/>
              <a:rect l="l" t="t" r="r" b="b"/>
              <a:pathLst>
                <a:path w="11356" h="10705" extrusionOk="0">
                  <a:moveTo>
                    <a:pt x="5673" y="10705"/>
                  </a:moveTo>
                  <a:lnTo>
                    <a:pt x="1" y="5352"/>
                  </a:lnTo>
                  <a:lnTo>
                    <a:pt x="5673"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82" name="Google Shape;1382;p13"/>
            <p:cNvSpPr/>
            <p:nvPr/>
          </p:nvSpPr>
          <p:spPr>
            <a:xfrm>
              <a:off x="5488087" y="3426639"/>
              <a:ext cx="608631" cy="574296"/>
            </a:xfrm>
            <a:custGeom>
              <a:avLst/>
              <a:gdLst/>
              <a:ahLst/>
              <a:cxnLst/>
              <a:rect l="l" t="t" r="r" b="b"/>
              <a:pathLst>
                <a:path w="11345" h="10705" extrusionOk="0">
                  <a:moveTo>
                    <a:pt x="5672" y="10705"/>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83" name="Google Shape;1383;p13"/>
            <p:cNvSpPr/>
            <p:nvPr/>
          </p:nvSpPr>
          <p:spPr>
            <a:xfrm>
              <a:off x="6097845" y="3426639"/>
              <a:ext cx="608631" cy="574296"/>
            </a:xfrm>
            <a:custGeom>
              <a:avLst/>
              <a:gdLst/>
              <a:ahLst/>
              <a:cxnLst/>
              <a:rect l="l" t="t" r="r" b="b"/>
              <a:pathLst>
                <a:path w="11345" h="10705" extrusionOk="0">
                  <a:moveTo>
                    <a:pt x="5661" y="10705"/>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84" name="Google Shape;1384;p13"/>
            <p:cNvSpPr/>
            <p:nvPr/>
          </p:nvSpPr>
          <p:spPr>
            <a:xfrm>
              <a:off x="6707066" y="3426639"/>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85" name="Google Shape;1385;p13"/>
            <p:cNvSpPr/>
            <p:nvPr/>
          </p:nvSpPr>
          <p:spPr>
            <a:xfrm>
              <a:off x="2" y="3997824"/>
              <a:ext cx="608631" cy="573706"/>
            </a:xfrm>
            <a:custGeom>
              <a:avLst/>
              <a:gdLst/>
              <a:ahLst/>
              <a:cxnLst/>
              <a:rect l="l" t="t" r="r" b="b"/>
              <a:pathLst>
                <a:path w="11345" h="10694" extrusionOk="0">
                  <a:moveTo>
                    <a:pt x="5661" y="10694"/>
                  </a:moveTo>
                  <a:lnTo>
                    <a:pt x="0" y="5342"/>
                  </a:lnTo>
                  <a:lnTo>
                    <a:pt x="5661"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86" name="Google Shape;1386;p13"/>
            <p:cNvSpPr/>
            <p:nvPr/>
          </p:nvSpPr>
          <p:spPr>
            <a:xfrm>
              <a:off x="609169" y="3997824"/>
              <a:ext cx="609221" cy="573706"/>
            </a:xfrm>
            <a:custGeom>
              <a:avLst/>
              <a:gdLst/>
              <a:ahLst/>
              <a:cxnLst/>
              <a:rect l="l" t="t" r="r" b="b"/>
              <a:pathLst>
                <a:path w="11356" h="10694" extrusionOk="0">
                  <a:moveTo>
                    <a:pt x="5684" y="10694"/>
                  </a:moveTo>
                  <a:lnTo>
                    <a:pt x="1" y="5342"/>
                  </a:lnTo>
                  <a:lnTo>
                    <a:pt x="5684"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87" name="Google Shape;1387;p13"/>
            <p:cNvSpPr/>
            <p:nvPr/>
          </p:nvSpPr>
          <p:spPr>
            <a:xfrm>
              <a:off x="1218980" y="3997824"/>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88" name="Google Shape;1388;p13"/>
            <p:cNvSpPr/>
            <p:nvPr/>
          </p:nvSpPr>
          <p:spPr>
            <a:xfrm>
              <a:off x="1828738" y="3997824"/>
              <a:ext cx="608631" cy="573706"/>
            </a:xfrm>
            <a:custGeom>
              <a:avLst/>
              <a:gdLst/>
              <a:ahLst/>
              <a:cxnLst/>
              <a:rect l="l" t="t" r="r" b="b"/>
              <a:pathLst>
                <a:path w="11345" h="10694" extrusionOk="0">
                  <a:moveTo>
                    <a:pt x="5684" y="10694"/>
                  </a:moveTo>
                  <a:lnTo>
                    <a:pt x="1" y="5342"/>
                  </a:lnTo>
                  <a:lnTo>
                    <a:pt x="5684"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89" name="Google Shape;1389;p13"/>
            <p:cNvSpPr/>
            <p:nvPr/>
          </p:nvSpPr>
          <p:spPr>
            <a:xfrm>
              <a:off x="2439139" y="3997824"/>
              <a:ext cx="608631" cy="573706"/>
            </a:xfrm>
            <a:custGeom>
              <a:avLst/>
              <a:gdLst/>
              <a:ahLst/>
              <a:cxnLst/>
              <a:rect l="l" t="t" r="r" b="b"/>
              <a:pathLst>
                <a:path w="11345" h="10694" extrusionOk="0">
                  <a:moveTo>
                    <a:pt x="5672" y="10694"/>
                  </a:moveTo>
                  <a:lnTo>
                    <a:pt x="1"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90" name="Google Shape;1390;p13"/>
            <p:cNvSpPr/>
            <p:nvPr/>
          </p:nvSpPr>
          <p:spPr>
            <a:xfrm>
              <a:off x="3048950" y="3997824"/>
              <a:ext cx="608577" cy="573706"/>
            </a:xfrm>
            <a:custGeom>
              <a:avLst/>
              <a:gdLst/>
              <a:ahLst/>
              <a:cxnLst/>
              <a:rect l="l" t="t" r="r" b="b"/>
              <a:pathLst>
                <a:path w="11344" h="10694" extrusionOk="0">
                  <a:moveTo>
                    <a:pt x="5661" y="10694"/>
                  </a:moveTo>
                  <a:lnTo>
                    <a:pt x="0" y="5342"/>
                  </a:lnTo>
                  <a:lnTo>
                    <a:pt x="5661"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91" name="Google Shape;1391;p13"/>
            <p:cNvSpPr/>
            <p:nvPr/>
          </p:nvSpPr>
          <p:spPr>
            <a:xfrm>
              <a:off x="3658117" y="3997824"/>
              <a:ext cx="609221" cy="573706"/>
            </a:xfrm>
            <a:custGeom>
              <a:avLst/>
              <a:gdLst/>
              <a:ahLst/>
              <a:cxnLst/>
              <a:rect l="l" t="t" r="r" b="b"/>
              <a:pathLst>
                <a:path w="11356" h="10694" extrusionOk="0">
                  <a:moveTo>
                    <a:pt x="5684" y="10694"/>
                  </a:moveTo>
                  <a:lnTo>
                    <a:pt x="0" y="5342"/>
                  </a:lnTo>
                  <a:lnTo>
                    <a:pt x="5684"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92" name="Google Shape;1392;p13"/>
            <p:cNvSpPr/>
            <p:nvPr/>
          </p:nvSpPr>
          <p:spPr>
            <a:xfrm>
              <a:off x="4267875" y="3997824"/>
              <a:ext cx="609221" cy="573706"/>
            </a:xfrm>
            <a:custGeom>
              <a:avLst/>
              <a:gdLst/>
              <a:ahLst/>
              <a:cxnLst/>
              <a:rect l="l" t="t" r="r" b="b"/>
              <a:pathLst>
                <a:path w="11356" h="10694" extrusionOk="0">
                  <a:moveTo>
                    <a:pt x="5684" y="10694"/>
                  </a:moveTo>
                  <a:lnTo>
                    <a:pt x="1" y="5342"/>
                  </a:lnTo>
                  <a:lnTo>
                    <a:pt x="5684"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93" name="Google Shape;1393;p13"/>
            <p:cNvSpPr/>
            <p:nvPr/>
          </p:nvSpPr>
          <p:spPr>
            <a:xfrm>
              <a:off x="4878276" y="3997824"/>
              <a:ext cx="609221" cy="573706"/>
            </a:xfrm>
            <a:custGeom>
              <a:avLst/>
              <a:gdLst/>
              <a:ahLst/>
              <a:cxnLst/>
              <a:rect l="l" t="t" r="r" b="b"/>
              <a:pathLst>
                <a:path w="11356" h="10694" extrusionOk="0">
                  <a:moveTo>
                    <a:pt x="5673" y="10694"/>
                  </a:moveTo>
                  <a:lnTo>
                    <a:pt x="1" y="5342"/>
                  </a:lnTo>
                  <a:lnTo>
                    <a:pt x="5673"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94" name="Google Shape;1394;p13"/>
            <p:cNvSpPr/>
            <p:nvPr/>
          </p:nvSpPr>
          <p:spPr>
            <a:xfrm>
              <a:off x="5488087" y="3997824"/>
              <a:ext cx="608631" cy="573706"/>
            </a:xfrm>
            <a:custGeom>
              <a:avLst/>
              <a:gdLst/>
              <a:ahLst/>
              <a:cxnLst/>
              <a:rect l="l" t="t" r="r" b="b"/>
              <a:pathLst>
                <a:path w="11345" h="10694" extrusionOk="0">
                  <a:moveTo>
                    <a:pt x="5672" y="10694"/>
                  </a:moveTo>
                  <a:lnTo>
                    <a:pt x="0"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95" name="Google Shape;1395;p13"/>
            <p:cNvSpPr/>
            <p:nvPr/>
          </p:nvSpPr>
          <p:spPr>
            <a:xfrm>
              <a:off x="6097845" y="3997824"/>
              <a:ext cx="608631" cy="573706"/>
            </a:xfrm>
            <a:custGeom>
              <a:avLst/>
              <a:gdLst/>
              <a:ahLst/>
              <a:cxnLst/>
              <a:rect l="l" t="t" r="r" b="b"/>
              <a:pathLst>
                <a:path w="11345" h="10694" extrusionOk="0">
                  <a:moveTo>
                    <a:pt x="5661" y="10694"/>
                  </a:moveTo>
                  <a:lnTo>
                    <a:pt x="1" y="5342"/>
                  </a:lnTo>
                  <a:lnTo>
                    <a:pt x="5661" y="1"/>
                  </a:lnTo>
                  <a:lnTo>
                    <a:pt x="1134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96" name="Google Shape;1396;p13"/>
            <p:cNvSpPr/>
            <p:nvPr/>
          </p:nvSpPr>
          <p:spPr>
            <a:xfrm>
              <a:off x="6707066" y="3997824"/>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97" name="Google Shape;1397;p13"/>
            <p:cNvSpPr/>
            <p:nvPr/>
          </p:nvSpPr>
          <p:spPr>
            <a:xfrm>
              <a:off x="2" y="4568419"/>
              <a:ext cx="608631" cy="574940"/>
            </a:xfrm>
            <a:custGeom>
              <a:avLst/>
              <a:gdLst/>
              <a:ahLst/>
              <a:cxnLst/>
              <a:rect l="l" t="t" r="r" b="b"/>
              <a:pathLst>
                <a:path w="11345" h="10717" extrusionOk="0">
                  <a:moveTo>
                    <a:pt x="5661" y="10717"/>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98" name="Google Shape;1398;p13"/>
            <p:cNvSpPr/>
            <p:nvPr/>
          </p:nvSpPr>
          <p:spPr>
            <a:xfrm>
              <a:off x="609169" y="4568419"/>
              <a:ext cx="609221" cy="574940"/>
            </a:xfrm>
            <a:custGeom>
              <a:avLst/>
              <a:gdLst/>
              <a:ahLst/>
              <a:cxnLst/>
              <a:rect l="l" t="t" r="r" b="b"/>
              <a:pathLst>
                <a:path w="11356" h="10717" extrusionOk="0">
                  <a:moveTo>
                    <a:pt x="5684" y="10717"/>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399" name="Google Shape;1399;p13"/>
            <p:cNvSpPr/>
            <p:nvPr/>
          </p:nvSpPr>
          <p:spPr>
            <a:xfrm>
              <a:off x="1218980" y="4568419"/>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00" name="Google Shape;1400;p13"/>
            <p:cNvSpPr/>
            <p:nvPr/>
          </p:nvSpPr>
          <p:spPr>
            <a:xfrm>
              <a:off x="1828738" y="4568419"/>
              <a:ext cx="608631" cy="574940"/>
            </a:xfrm>
            <a:custGeom>
              <a:avLst/>
              <a:gdLst/>
              <a:ahLst/>
              <a:cxnLst/>
              <a:rect l="l" t="t" r="r" b="b"/>
              <a:pathLst>
                <a:path w="11345" h="10717" extrusionOk="0">
                  <a:moveTo>
                    <a:pt x="5684" y="10717"/>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01" name="Google Shape;1401;p13"/>
            <p:cNvSpPr/>
            <p:nvPr/>
          </p:nvSpPr>
          <p:spPr>
            <a:xfrm>
              <a:off x="2439139" y="4568419"/>
              <a:ext cx="608631" cy="574940"/>
            </a:xfrm>
            <a:custGeom>
              <a:avLst/>
              <a:gdLst/>
              <a:ahLst/>
              <a:cxnLst/>
              <a:rect l="l" t="t" r="r" b="b"/>
              <a:pathLst>
                <a:path w="11345" h="10717" extrusionOk="0">
                  <a:moveTo>
                    <a:pt x="5672" y="10717"/>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02" name="Google Shape;1402;p13"/>
            <p:cNvSpPr/>
            <p:nvPr/>
          </p:nvSpPr>
          <p:spPr>
            <a:xfrm>
              <a:off x="3048950" y="4568419"/>
              <a:ext cx="608577" cy="574940"/>
            </a:xfrm>
            <a:custGeom>
              <a:avLst/>
              <a:gdLst/>
              <a:ahLst/>
              <a:cxnLst/>
              <a:rect l="l" t="t" r="r" b="b"/>
              <a:pathLst>
                <a:path w="11344" h="10717" extrusionOk="0">
                  <a:moveTo>
                    <a:pt x="5661" y="10717"/>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03" name="Google Shape;1403;p13"/>
            <p:cNvSpPr/>
            <p:nvPr/>
          </p:nvSpPr>
          <p:spPr>
            <a:xfrm>
              <a:off x="3658117" y="4568419"/>
              <a:ext cx="609221" cy="574940"/>
            </a:xfrm>
            <a:custGeom>
              <a:avLst/>
              <a:gdLst/>
              <a:ahLst/>
              <a:cxnLst/>
              <a:rect l="l" t="t" r="r" b="b"/>
              <a:pathLst>
                <a:path w="11356" h="10717" extrusionOk="0">
                  <a:moveTo>
                    <a:pt x="5684" y="10717"/>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04" name="Google Shape;1404;p13"/>
            <p:cNvSpPr/>
            <p:nvPr/>
          </p:nvSpPr>
          <p:spPr>
            <a:xfrm>
              <a:off x="4267875" y="4568419"/>
              <a:ext cx="609221" cy="574940"/>
            </a:xfrm>
            <a:custGeom>
              <a:avLst/>
              <a:gdLst/>
              <a:ahLst/>
              <a:cxnLst/>
              <a:rect l="l" t="t" r="r" b="b"/>
              <a:pathLst>
                <a:path w="11356" h="10717" extrusionOk="0">
                  <a:moveTo>
                    <a:pt x="5684" y="10717"/>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05" name="Google Shape;1405;p13"/>
            <p:cNvSpPr/>
            <p:nvPr/>
          </p:nvSpPr>
          <p:spPr>
            <a:xfrm>
              <a:off x="4878276" y="4568419"/>
              <a:ext cx="609221" cy="574940"/>
            </a:xfrm>
            <a:custGeom>
              <a:avLst/>
              <a:gdLst/>
              <a:ahLst/>
              <a:cxnLst/>
              <a:rect l="l" t="t" r="r" b="b"/>
              <a:pathLst>
                <a:path w="11356" h="10717" extrusionOk="0">
                  <a:moveTo>
                    <a:pt x="5673" y="10717"/>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06" name="Google Shape;1406;p13"/>
            <p:cNvSpPr/>
            <p:nvPr/>
          </p:nvSpPr>
          <p:spPr>
            <a:xfrm>
              <a:off x="5488087" y="4568419"/>
              <a:ext cx="608631" cy="574940"/>
            </a:xfrm>
            <a:custGeom>
              <a:avLst/>
              <a:gdLst/>
              <a:ahLst/>
              <a:cxnLst/>
              <a:rect l="l" t="t" r="r" b="b"/>
              <a:pathLst>
                <a:path w="11345" h="10717" extrusionOk="0">
                  <a:moveTo>
                    <a:pt x="5672" y="10717"/>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07" name="Google Shape;1407;p13"/>
            <p:cNvSpPr/>
            <p:nvPr/>
          </p:nvSpPr>
          <p:spPr>
            <a:xfrm>
              <a:off x="6097845" y="4568419"/>
              <a:ext cx="608631" cy="574940"/>
            </a:xfrm>
            <a:custGeom>
              <a:avLst/>
              <a:gdLst/>
              <a:ahLst/>
              <a:cxnLst/>
              <a:rect l="l" t="t" r="r" b="b"/>
              <a:pathLst>
                <a:path w="11345" h="10717" extrusionOk="0">
                  <a:moveTo>
                    <a:pt x="5661" y="10717"/>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08" name="Google Shape;1408;p13"/>
            <p:cNvSpPr/>
            <p:nvPr/>
          </p:nvSpPr>
          <p:spPr>
            <a:xfrm>
              <a:off x="6707066" y="4568419"/>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09" name="Google Shape;1409;p13"/>
            <p:cNvSpPr/>
            <p:nvPr/>
          </p:nvSpPr>
          <p:spPr>
            <a:xfrm>
              <a:off x="7315512" y="-16"/>
              <a:ext cx="608631" cy="574350"/>
            </a:xfrm>
            <a:custGeom>
              <a:avLst/>
              <a:gdLst/>
              <a:ahLst/>
              <a:cxnLst/>
              <a:rect l="l" t="t" r="r" b="b"/>
              <a:pathLst>
                <a:path w="11345" h="10706" extrusionOk="0">
                  <a:moveTo>
                    <a:pt x="5672" y="10705"/>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10" name="Google Shape;1410;p13"/>
            <p:cNvSpPr/>
            <p:nvPr/>
          </p:nvSpPr>
          <p:spPr>
            <a:xfrm>
              <a:off x="7925270" y="-16"/>
              <a:ext cx="608631" cy="574350"/>
            </a:xfrm>
            <a:custGeom>
              <a:avLst/>
              <a:gdLst/>
              <a:ahLst/>
              <a:cxnLst/>
              <a:rect l="l" t="t" r="r" b="b"/>
              <a:pathLst>
                <a:path w="11345" h="10706" extrusionOk="0">
                  <a:moveTo>
                    <a:pt x="5661" y="10705"/>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11" name="Google Shape;1411;p13"/>
            <p:cNvSpPr/>
            <p:nvPr/>
          </p:nvSpPr>
          <p:spPr>
            <a:xfrm>
              <a:off x="8534491" y="-16"/>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12" name="Google Shape;1412;p13"/>
            <p:cNvSpPr/>
            <p:nvPr/>
          </p:nvSpPr>
          <p:spPr>
            <a:xfrm>
              <a:off x="7315512" y="571169"/>
              <a:ext cx="608631" cy="574350"/>
            </a:xfrm>
            <a:custGeom>
              <a:avLst/>
              <a:gdLst/>
              <a:ahLst/>
              <a:cxnLst/>
              <a:rect l="l" t="t" r="r" b="b"/>
              <a:pathLst>
                <a:path w="11345" h="10706" extrusionOk="0">
                  <a:moveTo>
                    <a:pt x="5672" y="10706"/>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13" name="Google Shape;1413;p13"/>
            <p:cNvSpPr/>
            <p:nvPr/>
          </p:nvSpPr>
          <p:spPr>
            <a:xfrm>
              <a:off x="7925270" y="571169"/>
              <a:ext cx="608631" cy="574350"/>
            </a:xfrm>
            <a:custGeom>
              <a:avLst/>
              <a:gdLst/>
              <a:ahLst/>
              <a:cxnLst/>
              <a:rect l="l" t="t" r="r" b="b"/>
              <a:pathLst>
                <a:path w="11345" h="10706" extrusionOk="0">
                  <a:moveTo>
                    <a:pt x="5661" y="10706"/>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14" name="Google Shape;1414;p13"/>
            <p:cNvSpPr/>
            <p:nvPr/>
          </p:nvSpPr>
          <p:spPr>
            <a:xfrm>
              <a:off x="8534491" y="571169"/>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15" name="Google Shape;1415;p13"/>
            <p:cNvSpPr/>
            <p:nvPr/>
          </p:nvSpPr>
          <p:spPr>
            <a:xfrm>
              <a:off x="7315512" y="1142407"/>
              <a:ext cx="608631" cy="573706"/>
            </a:xfrm>
            <a:custGeom>
              <a:avLst/>
              <a:gdLst/>
              <a:ahLst/>
              <a:cxnLst/>
              <a:rect l="l" t="t" r="r" b="b"/>
              <a:pathLst>
                <a:path w="11345" h="10694" extrusionOk="0">
                  <a:moveTo>
                    <a:pt x="5672" y="10694"/>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16" name="Google Shape;1416;p13"/>
            <p:cNvSpPr/>
            <p:nvPr/>
          </p:nvSpPr>
          <p:spPr>
            <a:xfrm>
              <a:off x="7925270" y="1142407"/>
              <a:ext cx="608631" cy="573706"/>
            </a:xfrm>
            <a:custGeom>
              <a:avLst/>
              <a:gdLst/>
              <a:ahLst/>
              <a:cxnLst/>
              <a:rect l="l" t="t" r="r" b="b"/>
              <a:pathLst>
                <a:path w="11345" h="10694" extrusionOk="0">
                  <a:moveTo>
                    <a:pt x="5661" y="10694"/>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17" name="Google Shape;1417;p13"/>
            <p:cNvSpPr/>
            <p:nvPr/>
          </p:nvSpPr>
          <p:spPr>
            <a:xfrm>
              <a:off x="8534491" y="1142407"/>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18" name="Google Shape;1418;p13"/>
            <p:cNvSpPr/>
            <p:nvPr/>
          </p:nvSpPr>
          <p:spPr>
            <a:xfrm>
              <a:off x="7315512" y="1713002"/>
              <a:ext cx="608631" cy="574350"/>
            </a:xfrm>
            <a:custGeom>
              <a:avLst/>
              <a:gdLst/>
              <a:ahLst/>
              <a:cxnLst/>
              <a:rect l="l" t="t" r="r" b="b"/>
              <a:pathLst>
                <a:path w="11345" h="10706" extrusionOk="0">
                  <a:moveTo>
                    <a:pt x="5672" y="10705"/>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19" name="Google Shape;1419;p13"/>
            <p:cNvSpPr/>
            <p:nvPr/>
          </p:nvSpPr>
          <p:spPr>
            <a:xfrm>
              <a:off x="7925270" y="1713002"/>
              <a:ext cx="608631" cy="574350"/>
            </a:xfrm>
            <a:custGeom>
              <a:avLst/>
              <a:gdLst/>
              <a:ahLst/>
              <a:cxnLst/>
              <a:rect l="l" t="t" r="r" b="b"/>
              <a:pathLst>
                <a:path w="11345" h="10706" extrusionOk="0">
                  <a:moveTo>
                    <a:pt x="5661" y="10705"/>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20" name="Google Shape;1420;p13"/>
            <p:cNvSpPr/>
            <p:nvPr/>
          </p:nvSpPr>
          <p:spPr>
            <a:xfrm>
              <a:off x="8534491" y="1713002"/>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21" name="Google Shape;1421;p13"/>
            <p:cNvSpPr/>
            <p:nvPr/>
          </p:nvSpPr>
          <p:spPr>
            <a:xfrm>
              <a:off x="7315512" y="2284241"/>
              <a:ext cx="608631" cy="574940"/>
            </a:xfrm>
            <a:custGeom>
              <a:avLst/>
              <a:gdLst/>
              <a:ahLst/>
              <a:cxnLst/>
              <a:rect l="l" t="t" r="r" b="b"/>
              <a:pathLst>
                <a:path w="11345" h="10717" extrusionOk="0">
                  <a:moveTo>
                    <a:pt x="5672" y="10716"/>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22" name="Google Shape;1422;p13"/>
            <p:cNvSpPr/>
            <p:nvPr/>
          </p:nvSpPr>
          <p:spPr>
            <a:xfrm>
              <a:off x="7925270" y="2284241"/>
              <a:ext cx="608631" cy="574940"/>
            </a:xfrm>
            <a:custGeom>
              <a:avLst/>
              <a:gdLst/>
              <a:ahLst/>
              <a:cxnLst/>
              <a:rect l="l" t="t" r="r" b="b"/>
              <a:pathLst>
                <a:path w="11345" h="10717" extrusionOk="0">
                  <a:moveTo>
                    <a:pt x="5661" y="10716"/>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23" name="Google Shape;1423;p13"/>
            <p:cNvSpPr/>
            <p:nvPr/>
          </p:nvSpPr>
          <p:spPr>
            <a:xfrm>
              <a:off x="8534491" y="2284241"/>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24" name="Google Shape;1424;p13"/>
            <p:cNvSpPr/>
            <p:nvPr/>
          </p:nvSpPr>
          <p:spPr>
            <a:xfrm>
              <a:off x="7315512" y="2856070"/>
              <a:ext cx="608631" cy="573706"/>
            </a:xfrm>
            <a:custGeom>
              <a:avLst/>
              <a:gdLst/>
              <a:ahLst/>
              <a:cxnLst/>
              <a:rect l="l" t="t" r="r" b="b"/>
              <a:pathLst>
                <a:path w="11345" h="10694" extrusionOk="0">
                  <a:moveTo>
                    <a:pt x="5672" y="10693"/>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25" name="Google Shape;1425;p13"/>
            <p:cNvSpPr/>
            <p:nvPr/>
          </p:nvSpPr>
          <p:spPr>
            <a:xfrm>
              <a:off x="7925270" y="2856070"/>
              <a:ext cx="608631" cy="573706"/>
            </a:xfrm>
            <a:custGeom>
              <a:avLst/>
              <a:gdLst/>
              <a:ahLst/>
              <a:cxnLst/>
              <a:rect l="l" t="t" r="r" b="b"/>
              <a:pathLst>
                <a:path w="11345" h="10694" extrusionOk="0">
                  <a:moveTo>
                    <a:pt x="5661" y="10693"/>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26" name="Google Shape;1426;p13"/>
            <p:cNvSpPr/>
            <p:nvPr/>
          </p:nvSpPr>
          <p:spPr>
            <a:xfrm>
              <a:off x="8534491" y="2856070"/>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27" name="Google Shape;1427;p13"/>
            <p:cNvSpPr/>
            <p:nvPr/>
          </p:nvSpPr>
          <p:spPr>
            <a:xfrm>
              <a:off x="7315512" y="3426664"/>
              <a:ext cx="608631" cy="574296"/>
            </a:xfrm>
            <a:custGeom>
              <a:avLst/>
              <a:gdLst/>
              <a:ahLst/>
              <a:cxnLst/>
              <a:rect l="l" t="t" r="r" b="b"/>
              <a:pathLst>
                <a:path w="11345" h="10705" extrusionOk="0">
                  <a:moveTo>
                    <a:pt x="5672" y="10705"/>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28" name="Google Shape;1428;p13"/>
            <p:cNvSpPr/>
            <p:nvPr/>
          </p:nvSpPr>
          <p:spPr>
            <a:xfrm>
              <a:off x="7925270" y="3426664"/>
              <a:ext cx="608631" cy="574296"/>
            </a:xfrm>
            <a:custGeom>
              <a:avLst/>
              <a:gdLst/>
              <a:ahLst/>
              <a:cxnLst/>
              <a:rect l="l" t="t" r="r" b="b"/>
              <a:pathLst>
                <a:path w="11345" h="10705" extrusionOk="0">
                  <a:moveTo>
                    <a:pt x="5661" y="10705"/>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29" name="Google Shape;1429;p13"/>
            <p:cNvSpPr/>
            <p:nvPr/>
          </p:nvSpPr>
          <p:spPr>
            <a:xfrm>
              <a:off x="8534491" y="3426664"/>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30" name="Google Shape;1430;p13"/>
            <p:cNvSpPr/>
            <p:nvPr/>
          </p:nvSpPr>
          <p:spPr>
            <a:xfrm>
              <a:off x="7315512" y="3997849"/>
              <a:ext cx="608631" cy="573706"/>
            </a:xfrm>
            <a:custGeom>
              <a:avLst/>
              <a:gdLst/>
              <a:ahLst/>
              <a:cxnLst/>
              <a:rect l="l" t="t" r="r" b="b"/>
              <a:pathLst>
                <a:path w="11345" h="10694" extrusionOk="0">
                  <a:moveTo>
                    <a:pt x="5672" y="10694"/>
                  </a:moveTo>
                  <a:lnTo>
                    <a:pt x="0"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31" name="Google Shape;1431;p13"/>
            <p:cNvSpPr/>
            <p:nvPr/>
          </p:nvSpPr>
          <p:spPr>
            <a:xfrm>
              <a:off x="7925270" y="3997849"/>
              <a:ext cx="608631" cy="573706"/>
            </a:xfrm>
            <a:custGeom>
              <a:avLst/>
              <a:gdLst/>
              <a:ahLst/>
              <a:cxnLst/>
              <a:rect l="l" t="t" r="r" b="b"/>
              <a:pathLst>
                <a:path w="11345" h="10694" extrusionOk="0">
                  <a:moveTo>
                    <a:pt x="5661" y="10694"/>
                  </a:moveTo>
                  <a:lnTo>
                    <a:pt x="1" y="5342"/>
                  </a:lnTo>
                  <a:lnTo>
                    <a:pt x="5661" y="1"/>
                  </a:lnTo>
                  <a:lnTo>
                    <a:pt x="1134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32" name="Google Shape;1432;p13"/>
            <p:cNvSpPr/>
            <p:nvPr/>
          </p:nvSpPr>
          <p:spPr>
            <a:xfrm>
              <a:off x="8534491" y="3997849"/>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33" name="Google Shape;1433;p13"/>
            <p:cNvSpPr/>
            <p:nvPr/>
          </p:nvSpPr>
          <p:spPr>
            <a:xfrm>
              <a:off x="7315512" y="4568444"/>
              <a:ext cx="608631" cy="574940"/>
            </a:xfrm>
            <a:custGeom>
              <a:avLst/>
              <a:gdLst/>
              <a:ahLst/>
              <a:cxnLst/>
              <a:rect l="l" t="t" r="r" b="b"/>
              <a:pathLst>
                <a:path w="11345" h="10717" extrusionOk="0">
                  <a:moveTo>
                    <a:pt x="5672" y="10717"/>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34" name="Google Shape;1434;p13"/>
            <p:cNvSpPr/>
            <p:nvPr/>
          </p:nvSpPr>
          <p:spPr>
            <a:xfrm>
              <a:off x="7925270" y="4568444"/>
              <a:ext cx="608631" cy="574940"/>
            </a:xfrm>
            <a:custGeom>
              <a:avLst/>
              <a:gdLst/>
              <a:ahLst/>
              <a:cxnLst/>
              <a:rect l="l" t="t" r="r" b="b"/>
              <a:pathLst>
                <a:path w="11345" h="10717" extrusionOk="0">
                  <a:moveTo>
                    <a:pt x="5661" y="10717"/>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435" name="Google Shape;1435;p13"/>
            <p:cNvSpPr/>
            <p:nvPr/>
          </p:nvSpPr>
          <p:spPr>
            <a:xfrm>
              <a:off x="8534491" y="4568444"/>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1436" name="Google Shape;1436;p13"/>
          <p:cNvSpPr txBox="1">
            <a:spLocks noGrp="1"/>
          </p:cNvSpPr>
          <p:nvPr>
            <p:ph type="title"/>
          </p:nvPr>
        </p:nvSpPr>
        <p:spPr>
          <a:xfrm>
            <a:off x="720000" y="445025"/>
            <a:ext cx="77040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1437" name="Google Shape;1437;p13"/>
          <p:cNvSpPr txBox="1">
            <a:spLocks noGrp="1"/>
          </p:cNvSpPr>
          <p:nvPr>
            <p:ph type="title" idx="2"/>
          </p:nvPr>
        </p:nvSpPr>
        <p:spPr>
          <a:xfrm>
            <a:off x="1872275" y="1513675"/>
            <a:ext cx="2377500" cy="640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600"/>
              <a:buNone/>
              <a:defRPr sz="2000"/>
            </a:lvl1pPr>
            <a:lvl2pPr lvl="1" algn="ctr" rtl="0">
              <a:spcBef>
                <a:spcPts val="0"/>
              </a:spcBef>
              <a:spcAft>
                <a:spcPts val="0"/>
              </a:spcAft>
              <a:buSzPts val="2600"/>
              <a:buNone/>
              <a:defRPr/>
            </a:lvl2pPr>
            <a:lvl3pPr lvl="2" algn="ctr" rtl="0">
              <a:spcBef>
                <a:spcPts val="0"/>
              </a:spcBef>
              <a:spcAft>
                <a:spcPts val="0"/>
              </a:spcAft>
              <a:buSzPts val="2600"/>
              <a:buNone/>
              <a:defRPr/>
            </a:lvl3pPr>
            <a:lvl4pPr lvl="3" algn="ctr" rtl="0">
              <a:spcBef>
                <a:spcPts val="0"/>
              </a:spcBef>
              <a:spcAft>
                <a:spcPts val="0"/>
              </a:spcAft>
              <a:buSzPts val="2600"/>
              <a:buNone/>
              <a:defRPr/>
            </a:lvl4pPr>
            <a:lvl5pPr lvl="4" algn="ctr" rtl="0">
              <a:spcBef>
                <a:spcPts val="0"/>
              </a:spcBef>
              <a:spcAft>
                <a:spcPts val="0"/>
              </a:spcAft>
              <a:buSzPts val="2600"/>
              <a:buNone/>
              <a:defRPr/>
            </a:lvl5pPr>
            <a:lvl6pPr lvl="5" algn="ctr" rtl="0">
              <a:spcBef>
                <a:spcPts val="0"/>
              </a:spcBef>
              <a:spcAft>
                <a:spcPts val="0"/>
              </a:spcAft>
              <a:buSzPts val="2600"/>
              <a:buNone/>
              <a:defRPr/>
            </a:lvl6pPr>
            <a:lvl7pPr lvl="6" algn="ctr" rtl="0">
              <a:spcBef>
                <a:spcPts val="0"/>
              </a:spcBef>
              <a:spcAft>
                <a:spcPts val="0"/>
              </a:spcAft>
              <a:buSzPts val="2600"/>
              <a:buNone/>
              <a:defRPr/>
            </a:lvl7pPr>
            <a:lvl8pPr lvl="7" algn="ctr" rtl="0">
              <a:spcBef>
                <a:spcPts val="0"/>
              </a:spcBef>
              <a:spcAft>
                <a:spcPts val="0"/>
              </a:spcAft>
              <a:buSzPts val="2600"/>
              <a:buNone/>
              <a:defRPr/>
            </a:lvl8pPr>
            <a:lvl9pPr lvl="8" algn="ctr" rtl="0">
              <a:spcBef>
                <a:spcPts val="0"/>
              </a:spcBef>
              <a:spcAft>
                <a:spcPts val="0"/>
              </a:spcAft>
              <a:buSzPts val="2600"/>
              <a:buNone/>
              <a:defRPr/>
            </a:lvl9pPr>
          </a:lstStyle>
          <a:p>
            <a:endParaRPr/>
          </a:p>
        </p:txBody>
      </p:sp>
      <p:sp>
        <p:nvSpPr>
          <p:cNvPr id="1438" name="Google Shape;1438;p13"/>
          <p:cNvSpPr txBox="1">
            <a:spLocks noGrp="1"/>
          </p:cNvSpPr>
          <p:nvPr>
            <p:ph type="title" idx="3"/>
          </p:nvPr>
        </p:nvSpPr>
        <p:spPr>
          <a:xfrm>
            <a:off x="5616000" y="1513675"/>
            <a:ext cx="2377500" cy="640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600"/>
              <a:buNone/>
              <a:defRPr sz="2000"/>
            </a:lvl1pPr>
            <a:lvl2pPr lvl="1" algn="ctr" rtl="0">
              <a:spcBef>
                <a:spcPts val="0"/>
              </a:spcBef>
              <a:spcAft>
                <a:spcPts val="0"/>
              </a:spcAft>
              <a:buSzPts val="2600"/>
              <a:buNone/>
              <a:defRPr/>
            </a:lvl2pPr>
            <a:lvl3pPr lvl="2" algn="ctr" rtl="0">
              <a:spcBef>
                <a:spcPts val="0"/>
              </a:spcBef>
              <a:spcAft>
                <a:spcPts val="0"/>
              </a:spcAft>
              <a:buSzPts val="2600"/>
              <a:buNone/>
              <a:defRPr/>
            </a:lvl3pPr>
            <a:lvl4pPr lvl="3" algn="ctr" rtl="0">
              <a:spcBef>
                <a:spcPts val="0"/>
              </a:spcBef>
              <a:spcAft>
                <a:spcPts val="0"/>
              </a:spcAft>
              <a:buSzPts val="2600"/>
              <a:buNone/>
              <a:defRPr/>
            </a:lvl4pPr>
            <a:lvl5pPr lvl="4" algn="ctr" rtl="0">
              <a:spcBef>
                <a:spcPts val="0"/>
              </a:spcBef>
              <a:spcAft>
                <a:spcPts val="0"/>
              </a:spcAft>
              <a:buSzPts val="2600"/>
              <a:buNone/>
              <a:defRPr/>
            </a:lvl5pPr>
            <a:lvl6pPr lvl="5" algn="ctr" rtl="0">
              <a:spcBef>
                <a:spcPts val="0"/>
              </a:spcBef>
              <a:spcAft>
                <a:spcPts val="0"/>
              </a:spcAft>
              <a:buSzPts val="2600"/>
              <a:buNone/>
              <a:defRPr/>
            </a:lvl6pPr>
            <a:lvl7pPr lvl="6" algn="ctr" rtl="0">
              <a:spcBef>
                <a:spcPts val="0"/>
              </a:spcBef>
              <a:spcAft>
                <a:spcPts val="0"/>
              </a:spcAft>
              <a:buSzPts val="2600"/>
              <a:buNone/>
              <a:defRPr/>
            </a:lvl7pPr>
            <a:lvl8pPr lvl="7" algn="ctr" rtl="0">
              <a:spcBef>
                <a:spcPts val="0"/>
              </a:spcBef>
              <a:spcAft>
                <a:spcPts val="0"/>
              </a:spcAft>
              <a:buSzPts val="2600"/>
              <a:buNone/>
              <a:defRPr/>
            </a:lvl8pPr>
            <a:lvl9pPr lvl="8" algn="ctr" rtl="0">
              <a:spcBef>
                <a:spcPts val="0"/>
              </a:spcBef>
              <a:spcAft>
                <a:spcPts val="0"/>
              </a:spcAft>
              <a:buSzPts val="2600"/>
              <a:buNone/>
              <a:defRPr/>
            </a:lvl9pPr>
          </a:lstStyle>
          <a:p>
            <a:endParaRPr/>
          </a:p>
        </p:txBody>
      </p:sp>
      <p:sp>
        <p:nvSpPr>
          <p:cNvPr id="1439" name="Google Shape;1439;p13"/>
          <p:cNvSpPr txBox="1">
            <a:spLocks noGrp="1"/>
          </p:cNvSpPr>
          <p:nvPr>
            <p:ph type="subTitle" idx="1"/>
          </p:nvPr>
        </p:nvSpPr>
        <p:spPr>
          <a:xfrm>
            <a:off x="1872263" y="2153875"/>
            <a:ext cx="23775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440" name="Google Shape;1440;p13"/>
          <p:cNvSpPr txBox="1">
            <a:spLocks noGrp="1"/>
          </p:cNvSpPr>
          <p:nvPr>
            <p:ph type="subTitle" idx="4"/>
          </p:nvPr>
        </p:nvSpPr>
        <p:spPr>
          <a:xfrm>
            <a:off x="5615988" y="2153875"/>
            <a:ext cx="23775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441" name="Google Shape;1441;p13"/>
          <p:cNvSpPr txBox="1">
            <a:spLocks noGrp="1"/>
          </p:cNvSpPr>
          <p:nvPr>
            <p:ph type="title" idx="5"/>
          </p:nvPr>
        </p:nvSpPr>
        <p:spPr>
          <a:xfrm>
            <a:off x="1872275" y="3038175"/>
            <a:ext cx="2377500" cy="640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600"/>
              <a:buNone/>
              <a:defRPr sz="2000"/>
            </a:lvl1pPr>
            <a:lvl2pPr lvl="1" algn="ctr" rtl="0">
              <a:spcBef>
                <a:spcPts val="0"/>
              </a:spcBef>
              <a:spcAft>
                <a:spcPts val="0"/>
              </a:spcAft>
              <a:buSzPts val="2600"/>
              <a:buNone/>
              <a:defRPr/>
            </a:lvl2pPr>
            <a:lvl3pPr lvl="2" algn="ctr" rtl="0">
              <a:spcBef>
                <a:spcPts val="0"/>
              </a:spcBef>
              <a:spcAft>
                <a:spcPts val="0"/>
              </a:spcAft>
              <a:buSzPts val="2600"/>
              <a:buNone/>
              <a:defRPr/>
            </a:lvl3pPr>
            <a:lvl4pPr lvl="3" algn="ctr" rtl="0">
              <a:spcBef>
                <a:spcPts val="0"/>
              </a:spcBef>
              <a:spcAft>
                <a:spcPts val="0"/>
              </a:spcAft>
              <a:buSzPts val="2600"/>
              <a:buNone/>
              <a:defRPr/>
            </a:lvl4pPr>
            <a:lvl5pPr lvl="4" algn="ctr" rtl="0">
              <a:spcBef>
                <a:spcPts val="0"/>
              </a:spcBef>
              <a:spcAft>
                <a:spcPts val="0"/>
              </a:spcAft>
              <a:buSzPts val="2600"/>
              <a:buNone/>
              <a:defRPr/>
            </a:lvl5pPr>
            <a:lvl6pPr lvl="5" algn="ctr" rtl="0">
              <a:spcBef>
                <a:spcPts val="0"/>
              </a:spcBef>
              <a:spcAft>
                <a:spcPts val="0"/>
              </a:spcAft>
              <a:buSzPts val="2600"/>
              <a:buNone/>
              <a:defRPr/>
            </a:lvl6pPr>
            <a:lvl7pPr lvl="6" algn="ctr" rtl="0">
              <a:spcBef>
                <a:spcPts val="0"/>
              </a:spcBef>
              <a:spcAft>
                <a:spcPts val="0"/>
              </a:spcAft>
              <a:buSzPts val="2600"/>
              <a:buNone/>
              <a:defRPr/>
            </a:lvl7pPr>
            <a:lvl8pPr lvl="7" algn="ctr" rtl="0">
              <a:spcBef>
                <a:spcPts val="0"/>
              </a:spcBef>
              <a:spcAft>
                <a:spcPts val="0"/>
              </a:spcAft>
              <a:buSzPts val="2600"/>
              <a:buNone/>
              <a:defRPr/>
            </a:lvl8pPr>
            <a:lvl9pPr lvl="8" algn="ctr" rtl="0">
              <a:spcBef>
                <a:spcPts val="0"/>
              </a:spcBef>
              <a:spcAft>
                <a:spcPts val="0"/>
              </a:spcAft>
              <a:buSzPts val="2600"/>
              <a:buNone/>
              <a:defRPr/>
            </a:lvl9pPr>
          </a:lstStyle>
          <a:p>
            <a:endParaRPr/>
          </a:p>
        </p:txBody>
      </p:sp>
      <p:sp>
        <p:nvSpPr>
          <p:cNvPr id="1442" name="Google Shape;1442;p13"/>
          <p:cNvSpPr txBox="1">
            <a:spLocks noGrp="1"/>
          </p:cNvSpPr>
          <p:nvPr>
            <p:ph type="title" idx="6"/>
          </p:nvPr>
        </p:nvSpPr>
        <p:spPr>
          <a:xfrm>
            <a:off x="5616000" y="3038175"/>
            <a:ext cx="2377500" cy="640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600"/>
              <a:buNone/>
              <a:defRPr sz="2000"/>
            </a:lvl1pPr>
            <a:lvl2pPr lvl="1" algn="ctr" rtl="0">
              <a:spcBef>
                <a:spcPts val="0"/>
              </a:spcBef>
              <a:spcAft>
                <a:spcPts val="0"/>
              </a:spcAft>
              <a:buSzPts val="2600"/>
              <a:buNone/>
              <a:defRPr/>
            </a:lvl2pPr>
            <a:lvl3pPr lvl="2" algn="ctr" rtl="0">
              <a:spcBef>
                <a:spcPts val="0"/>
              </a:spcBef>
              <a:spcAft>
                <a:spcPts val="0"/>
              </a:spcAft>
              <a:buSzPts val="2600"/>
              <a:buNone/>
              <a:defRPr/>
            </a:lvl3pPr>
            <a:lvl4pPr lvl="3" algn="ctr" rtl="0">
              <a:spcBef>
                <a:spcPts val="0"/>
              </a:spcBef>
              <a:spcAft>
                <a:spcPts val="0"/>
              </a:spcAft>
              <a:buSzPts val="2600"/>
              <a:buNone/>
              <a:defRPr/>
            </a:lvl4pPr>
            <a:lvl5pPr lvl="4" algn="ctr" rtl="0">
              <a:spcBef>
                <a:spcPts val="0"/>
              </a:spcBef>
              <a:spcAft>
                <a:spcPts val="0"/>
              </a:spcAft>
              <a:buSzPts val="2600"/>
              <a:buNone/>
              <a:defRPr/>
            </a:lvl5pPr>
            <a:lvl6pPr lvl="5" algn="ctr" rtl="0">
              <a:spcBef>
                <a:spcPts val="0"/>
              </a:spcBef>
              <a:spcAft>
                <a:spcPts val="0"/>
              </a:spcAft>
              <a:buSzPts val="2600"/>
              <a:buNone/>
              <a:defRPr/>
            </a:lvl6pPr>
            <a:lvl7pPr lvl="6" algn="ctr" rtl="0">
              <a:spcBef>
                <a:spcPts val="0"/>
              </a:spcBef>
              <a:spcAft>
                <a:spcPts val="0"/>
              </a:spcAft>
              <a:buSzPts val="2600"/>
              <a:buNone/>
              <a:defRPr/>
            </a:lvl7pPr>
            <a:lvl8pPr lvl="7" algn="ctr" rtl="0">
              <a:spcBef>
                <a:spcPts val="0"/>
              </a:spcBef>
              <a:spcAft>
                <a:spcPts val="0"/>
              </a:spcAft>
              <a:buSzPts val="2600"/>
              <a:buNone/>
              <a:defRPr/>
            </a:lvl8pPr>
            <a:lvl9pPr lvl="8" algn="ctr" rtl="0">
              <a:spcBef>
                <a:spcPts val="0"/>
              </a:spcBef>
              <a:spcAft>
                <a:spcPts val="0"/>
              </a:spcAft>
              <a:buSzPts val="2600"/>
              <a:buNone/>
              <a:defRPr/>
            </a:lvl9pPr>
          </a:lstStyle>
          <a:p>
            <a:endParaRPr/>
          </a:p>
        </p:txBody>
      </p:sp>
      <p:sp>
        <p:nvSpPr>
          <p:cNvPr id="1443" name="Google Shape;1443;p13"/>
          <p:cNvSpPr txBox="1">
            <a:spLocks noGrp="1"/>
          </p:cNvSpPr>
          <p:nvPr>
            <p:ph type="subTitle" idx="7"/>
          </p:nvPr>
        </p:nvSpPr>
        <p:spPr>
          <a:xfrm>
            <a:off x="1872289" y="3678375"/>
            <a:ext cx="23775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444" name="Google Shape;1444;p13"/>
          <p:cNvSpPr txBox="1">
            <a:spLocks noGrp="1"/>
          </p:cNvSpPr>
          <p:nvPr>
            <p:ph type="subTitle" idx="8"/>
          </p:nvPr>
        </p:nvSpPr>
        <p:spPr>
          <a:xfrm>
            <a:off x="5615992" y="3678375"/>
            <a:ext cx="23775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445" name="Google Shape;1445;p13"/>
          <p:cNvSpPr txBox="1">
            <a:spLocks noGrp="1"/>
          </p:cNvSpPr>
          <p:nvPr>
            <p:ph type="title" idx="9" hasCustomPrompt="1"/>
          </p:nvPr>
        </p:nvSpPr>
        <p:spPr>
          <a:xfrm>
            <a:off x="943977" y="1513668"/>
            <a:ext cx="775800" cy="775800"/>
          </a:xfrm>
          <a:prstGeom prst="rect">
            <a:avLst/>
          </a:prstGeom>
          <a:gradFill>
            <a:gsLst>
              <a:gs pos="0">
                <a:schemeClr val="accent1"/>
              </a:gs>
              <a:gs pos="100000">
                <a:schemeClr val="lt1"/>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4000"/>
              <a:buNone/>
              <a:defRPr sz="3000">
                <a:solidFill>
                  <a:schemeClr val="dk2"/>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1446" name="Google Shape;1446;p13"/>
          <p:cNvSpPr txBox="1">
            <a:spLocks noGrp="1"/>
          </p:cNvSpPr>
          <p:nvPr>
            <p:ph type="title" idx="13" hasCustomPrompt="1"/>
          </p:nvPr>
        </p:nvSpPr>
        <p:spPr>
          <a:xfrm>
            <a:off x="943977" y="3040568"/>
            <a:ext cx="775800" cy="775800"/>
          </a:xfrm>
          <a:prstGeom prst="rect">
            <a:avLst/>
          </a:prstGeom>
          <a:gradFill>
            <a:gsLst>
              <a:gs pos="0">
                <a:schemeClr val="accent1"/>
              </a:gs>
              <a:gs pos="100000">
                <a:schemeClr val="lt1"/>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4000"/>
              <a:buNone/>
              <a:defRPr sz="3000">
                <a:solidFill>
                  <a:schemeClr val="dk2"/>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1447" name="Google Shape;1447;p13"/>
          <p:cNvSpPr txBox="1">
            <a:spLocks noGrp="1"/>
          </p:cNvSpPr>
          <p:nvPr>
            <p:ph type="title" idx="14" hasCustomPrompt="1"/>
          </p:nvPr>
        </p:nvSpPr>
        <p:spPr>
          <a:xfrm>
            <a:off x="4687827" y="1513668"/>
            <a:ext cx="775800" cy="775800"/>
          </a:xfrm>
          <a:prstGeom prst="rect">
            <a:avLst/>
          </a:prstGeom>
          <a:gradFill>
            <a:gsLst>
              <a:gs pos="0">
                <a:schemeClr val="accent1"/>
              </a:gs>
              <a:gs pos="100000">
                <a:schemeClr val="lt1"/>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4000"/>
              <a:buNone/>
              <a:defRPr sz="3000">
                <a:solidFill>
                  <a:schemeClr val="dk2"/>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1448" name="Google Shape;1448;p13"/>
          <p:cNvSpPr txBox="1">
            <a:spLocks noGrp="1"/>
          </p:cNvSpPr>
          <p:nvPr>
            <p:ph type="title" idx="15" hasCustomPrompt="1"/>
          </p:nvPr>
        </p:nvSpPr>
        <p:spPr>
          <a:xfrm>
            <a:off x="4687827" y="3040568"/>
            <a:ext cx="775800" cy="775800"/>
          </a:xfrm>
          <a:prstGeom prst="rect">
            <a:avLst/>
          </a:prstGeom>
          <a:gradFill>
            <a:gsLst>
              <a:gs pos="0">
                <a:schemeClr val="accent1"/>
              </a:gs>
              <a:gs pos="100000">
                <a:schemeClr val="lt1"/>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4000"/>
              <a:buNone/>
              <a:defRPr sz="3000">
                <a:solidFill>
                  <a:schemeClr val="dk2"/>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cxnSp>
        <p:nvCxnSpPr>
          <p:cNvPr id="1449" name="Google Shape;1449;p13"/>
          <p:cNvCxnSpPr/>
          <p:nvPr/>
        </p:nvCxnSpPr>
        <p:spPr>
          <a:xfrm rot="10800000">
            <a:off x="444125" y="391725"/>
            <a:ext cx="0" cy="1153500"/>
          </a:xfrm>
          <a:prstGeom prst="straightConnector1">
            <a:avLst/>
          </a:prstGeom>
          <a:noFill/>
          <a:ln w="9525" cap="flat" cmpd="sng">
            <a:solidFill>
              <a:schemeClr val="dk2"/>
            </a:solidFill>
            <a:prstDash val="solid"/>
            <a:round/>
            <a:headEnd type="none" w="med" len="med"/>
            <a:tailEnd type="none" w="med" len="med"/>
          </a:ln>
        </p:spPr>
      </p:cxnSp>
      <p:cxnSp>
        <p:nvCxnSpPr>
          <p:cNvPr id="1450" name="Google Shape;1450;p13"/>
          <p:cNvCxnSpPr/>
          <p:nvPr/>
        </p:nvCxnSpPr>
        <p:spPr>
          <a:xfrm rot="10800000">
            <a:off x="8699875" y="2307688"/>
            <a:ext cx="0" cy="1980300"/>
          </a:xfrm>
          <a:prstGeom prst="straightConnector1">
            <a:avLst/>
          </a:prstGeom>
          <a:noFill/>
          <a:ln w="9525" cap="flat" cmpd="sng">
            <a:solidFill>
              <a:schemeClr val="dk2"/>
            </a:solidFill>
            <a:prstDash val="solid"/>
            <a:round/>
            <a:headEnd type="none" w="med" len="med"/>
            <a:tailEnd type="none" w="med" len="med"/>
          </a:ln>
        </p:spPr>
      </p:cxnSp>
      <p:grpSp>
        <p:nvGrpSpPr>
          <p:cNvPr id="1451" name="Google Shape;1451;p13"/>
          <p:cNvGrpSpPr/>
          <p:nvPr/>
        </p:nvGrpSpPr>
        <p:grpSpPr>
          <a:xfrm>
            <a:off x="-253808" y="4310194"/>
            <a:ext cx="878914" cy="511681"/>
            <a:chOff x="4436950" y="1405000"/>
            <a:chExt cx="682175" cy="397175"/>
          </a:xfrm>
        </p:grpSpPr>
        <p:sp>
          <p:nvSpPr>
            <p:cNvPr id="1452" name="Google Shape;1452;p13"/>
            <p:cNvSpPr/>
            <p:nvPr/>
          </p:nvSpPr>
          <p:spPr>
            <a:xfrm>
              <a:off x="4437225" y="1405000"/>
              <a:ext cx="397175" cy="397175"/>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13"/>
            <p:cNvSpPr/>
            <p:nvPr/>
          </p:nvSpPr>
          <p:spPr>
            <a:xfrm>
              <a:off x="4721975" y="1405000"/>
              <a:ext cx="397150" cy="397175"/>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13"/>
            <p:cNvSpPr/>
            <p:nvPr/>
          </p:nvSpPr>
          <p:spPr>
            <a:xfrm>
              <a:off x="4436950" y="1405000"/>
              <a:ext cx="396875" cy="396900"/>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13"/>
            <p:cNvSpPr/>
            <p:nvPr/>
          </p:nvSpPr>
          <p:spPr>
            <a:xfrm>
              <a:off x="4721975" y="1405000"/>
              <a:ext cx="396875" cy="396900"/>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anks">
  <p:cSld name="CUSTOM_7">
    <p:bg>
      <p:bgPr>
        <a:gradFill>
          <a:gsLst>
            <a:gs pos="0">
              <a:schemeClr val="accent1"/>
            </a:gs>
            <a:gs pos="100000">
              <a:schemeClr val="lt1"/>
            </a:gs>
          </a:gsLst>
          <a:path path="circle">
            <a:fillToRect l="50000" t="50000" r="50000" b="50000"/>
          </a:path>
          <a:tileRect/>
        </a:gradFill>
        <a:effectLst/>
      </p:bgPr>
    </p:bg>
    <p:spTree>
      <p:nvGrpSpPr>
        <p:cNvPr id="1" name="Shape 4356"/>
        <p:cNvGrpSpPr/>
        <p:nvPr/>
      </p:nvGrpSpPr>
      <p:grpSpPr>
        <a:xfrm>
          <a:off x="0" y="0"/>
          <a:ext cx="0" cy="0"/>
          <a:chOff x="0" y="0"/>
          <a:chExt cx="0" cy="0"/>
        </a:xfrm>
      </p:grpSpPr>
      <p:grpSp>
        <p:nvGrpSpPr>
          <p:cNvPr id="4357" name="Google Shape;4357;p34"/>
          <p:cNvGrpSpPr/>
          <p:nvPr/>
        </p:nvGrpSpPr>
        <p:grpSpPr>
          <a:xfrm>
            <a:off x="2" y="46"/>
            <a:ext cx="9143710" cy="5143425"/>
            <a:chOff x="2" y="-41"/>
            <a:chExt cx="9143710" cy="5143425"/>
          </a:xfrm>
        </p:grpSpPr>
        <p:sp>
          <p:nvSpPr>
            <p:cNvPr id="4358" name="Google Shape;4358;p34"/>
            <p:cNvSpPr/>
            <p:nvPr/>
          </p:nvSpPr>
          <p:spPr>
            <a:xfrm>
              <a:off x="2" y="-41"/>
              <a:ext cx="608631" cy="574350"/>
            </a:xfrm>
            <a:custGeom>
              <a:avLst/>
              <a:gdLst/>
              <a:ahLst/>
              <a:cxnLst/>
              <a:rect l="l" t="t" r="r" b="b"/>
              <a:pathLst>
                <a:path w="11345" h="10706" extrusionOk="0">
                  <a:moveTo>
                    <a:pt x="5661" y="10705"/>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59" name="Google Shape;4359;p34"/>
            <p:cNvSpPr/>
            <p:nvPr/>
          </p:nvSpPr>
          <p:spPr>
            <a:xfrm>
              <a:off x="609169" y="-41"/>
              <a:ext cx="609221" cy="574350"/>
            </a:xfrm>
            <a:custGeom>
              <a:avLst/>
              <a:gdLst/>
              <a:ahLst/>
              <a:cxnLst/>
              <a:rect l="l" t="t" r="r" b="b"/>
              <a:pathLst>
                <a:path w="11356" h="10706" extrusionOk="0">
                  <a:moveTo>
                    <a:pt x="5684" y="10705"/>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60" name="Google Shape;4360;p34"/>
            <p:cNvSpPr/>
            <p:nvPr/>
          </p:nvSpPr>
          <p:spPr>
            <a:xfrm>
              <a:off x="1218980" y="-41"/>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61" name="Google Shape;4361;p34"/>
            <p:cNvSpPr/>
            <p:nvPr/>
          </p:nvSpPr>
          <p:spPr>
            <a:xfrm>
              <a:off x="1828738" y="-41"/>
              <a:ext cx="608631" cy="574350"/>
            </a:xfrm>
            <a:custGeom>
              <a:avLst/>
              <a:gdLst/>
              <a:ahLst/>
              <a:cxnLst/>
              <a:rect l="l" t="t" r="r" b="b"/>
              <a:pathLst>
                <a:path w="11345" h="10706" extrusionOk="0">
                  <a:moveTo>
                    <a:pt x="5684" y="10705"/>
                  </a:moveTo>
                  <a:lnTo>
                    <a:pt x="1" y="5341"/>
                  </a:lnTo>
                  <a:lnTo>
                    <a:pt x="5684"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62" name="Google Shape;4362;p34"/>
            <p:cNvSpPr/>
            <p:nvPr/>
          </p:nvSpPr>
          <p:spPr>
            <a:xfrm>
              <a:off x="2439139" y="-41"/>
              <a:ext cx="608631" cy="574350"/>
            </a:xfrm>
            <a:custGeom>
              <a:avLst/>
              <a:gdLst/>
              <a:ahLst/>
              <a:cxnLst/>
              <a:rect l="l" t="t" r="r" b="b"/>
              <a:pathLst>
                <a:path w="11345" h="10706" extrusionOk="0">
                  <a:moveTo>
                    <a:pt x="5672" y="10705"/>
                  </a:moveTo>
                  <a:lnTo>
                    <a:pt x="1"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63" name="Google Shape;4363;p34"/>
            <p:cNvSpPr/>
            <p:nvPr/>
          </p:nvSpPr>
          <p:spPr>
            <a:xfrm>
              <a:off x="3048950" y="-41"/>
              <a:ext cx="608577" cy="574350"/>
            </a:xfrm>
            <a:custGeom>
              <a:avLst/>
              <a:gdLst/>
              <a:ahLst/>
              <a:cxnLst/>
              <a:rect l="l" t="t" r="r" b="b"/>
              <a:pathLst>
                <a:path w="11344" h="10706" extrusionOk="0">
                  <a:moveTo>
                    <a:pt x="5661" y="10705"/>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64" name="Google Shape;4364;p34"/>
            <p:cNvSpPr/>
            <p:nvPr/>
          </p:nvSpPr>
          <p:spPr>
            <a:xfrm>
              <a:off x="3658117" y="-41"/>
              <a:ext cx="609221" cy="574350"/>
            </a:xfrm>
            <a:custGeom>
              <a:avLst/>
              <a:gdLst/>
              <a:ahLst/>
              <a:cxnLst/>
              <a:rect l="l" t="t" r="r" b="b"/>
              <a:pathLst>
                <a:path w="11356" h="10706" extrusionOk="0">
                  <a:moveTo>
                    <a:pt x="5684" y="10705"/>
                  </a:moveTo>
                  <a:lnTo>
                    <a:pt x="0" y="5341"/>
                  </a:lnTo>
                  <a:lnTo>
                    <a:pt x="5684"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65" name="Google Shape;4365;p34"/>
            <p:cNvSpPr/>
            <p:nvPr/>
          </p:nvSpPr>
          <p:spPr>
            <a:xfrm>
              <a:off x="4267875" y="-41"/>
              <a:ext cx="609221" cy="574350"/>
            </a:xfrm>
            <a:custGeom>
              <a:avLst/>
              <a:gdLst/>
              <a:ahLst/>
              <a:cxnLst/>
              <a:rect l="l" t="t" r="r" b="b"/>
              <a:pathLst>
                <a:path w="11356" h="10706" extrusionOk="0">
                  <a:moveTo>
                    <a:pt x="5684" y="10705"/>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66" name="Google Shape;4366;p34"/>
            <p:cNvSpPr/>
            <p:nvPr/>
          </p:nvSpPr>
          <p:spPr>
            <a:xfrm>
              <a:off x="4878276" y="-41"/>
              <a:ext cx="609221" cy="574350"/>
            </a:xfrm>
            <a:custGeom>
              <a:avLst/>
              <a:gdLst/>
              <a:ahLst/>
              <a:cxnLst/>
              <a:rect l="l" t="t" r="r" b="b"/>
              <a:pathLst>
                <a:path w="11356" h="10706" extrusionOk="0">
                  <a:moveTo>
                    <a:pt x="5673" y="10705"/>
                  </a:moveTo>
                  <a:lnTo>
                    <a:pt x="1" y="5341"/>
                  </a:lnTo>
                  <a:lnTo>
                    <a:pt x="5673"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67" name="Google Shape;4367;p34"/>
            <p:cNvSpPr/>
            <p:nvPr/>
          </p:nvSpPr>
          <p:spPr>
            <a:xfrm>
              <a:off x="5488087" y="-41"/>
              <a:ext cx="608631" cy="574350"/>
            </a:xfrm>
            <a:custGeom>
              <a:avLst/>
              <a:gdLst/>
              <a:ahLst/>
              <a:cxnLst/>
              <a:rect l="l" t="t" r="r" b="b"/>
              <a:pathLst>
                <a:path w="11345" h="10706" extrusionOk="0">
                  <a:moveTo>
                    <a:pt x="5672" y="10705"/>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68" name="Google Shape;4368;p34"/>
            <p:cNvSpPr/>
            <p:nvPr/>
          </p:nvSpPr>
          <p:spPr>
            <a:xfrm>
              <a:off x="6097845" y="-41"/>
              <a:ext cx="608631" cy="574350"/>
            </a:xfrm>
            <a:custGeom>
              <a:avLst/>
              <a:gdLst/>
              <a:ahLst/>
              <a:cxnLst/>
              <a:rect l="l" t="t" r="r" b="b"/>
              <a:pathLst>
                <a:path w="11345" h="10706" extrusionOk="0">
                  <a:moveTo>
                    <a:pt x="5661" y="10705"/>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69" name="Google Shape;4369;p34"/>
            <p:cNvSpPr/>
            <p:nvPr/>
          </p:nvSpPr>
          <p:spPr>
            <a:xfrm>
              <a:off x="6707066" y="-41"/>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70" name="Google Shape;4370;p34"/>
            <p:cNvSpPr/>
            <p:nvPr/>
          </p:nvSpPr>
          <p:spPr>
            <a:xfrm>
              <a:off x="2" y="571144"/>
              <a:ext cx="608631" cy="574350"/>
            </a:xfrm>
            <a:custGeom>
              <a:avLst/>
              <a:gdLst/>
              <a:ahLst/>
              <a:cxnLst/>
              <a:rect l="l" t="t" r="r" b="b"/>
              <a:pathLst>
                <a:path w="11345" h="10706" extrusionOk="0">
                  <a:moveTo>
                    <a:pt x="5661" y="10706"/>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71" name="Google Shape;4371;p34"/>
            <p:cNvSpPr/>
            <p:nvPr/>
          </p:nvSpPr>
          <p:spPr>
            <a:xfrm>
              <a:off x="609169" y="571144"/>
              <a:ext cx="609221" cy="574350"/>
            </a:xfrm>
            <a:custGeom>
              <a:avLst/>
              <a:gdLst/>
              <a:ahLst/>
              <a:cxnLst/>
              <a:rect l="l" t="t" r="r" b="b"/>
              <a:pathLst>
                <a:path w="11356" h="10706" extrusionOk="0">
                  <a:moveTo>
                    <a:pt x="5684" y="10706"/>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72" name="Google Shape;4372;p34"/>
            <p:cNvSpPr/>
            <p:nvPr/>
          </p:nvSpPr>
          <p:spPr>
            <a:xfrm>
              <a:off x="1218980" y="571144"/>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73" name="Google Shape;4373;p34"/>
            <p:cNvSpPr/>
            <p:nvPr/>
          </p:nvSpPr>
          <p:spPr>
            <a:xfrm>
              <a:off x="1828738" y="571144"/>
              <a:ext cx="608631" cy="574350"/>
            </a:xfrm>
            <a:custGeom>
              <a:avLst/>
              <a:gdLst/>
              <a:ahLst/>
              <a:cxnLst/>
              <a:rect l="l" t="t" r="r" b="b"/>
              <a:pathLst>
                <a:path w="11345" h="10706" extrusionOk="0">
                  <a:moveTo>
                    <a:pt x="5684" y="10706"/>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74" name="Google Shape;4374;p34"/>
            <p:cNvSpPr/>
            <p:nvPr/>
          </p:nvSpPr>
          <p:spPr>
            <a:xfrm>
              <a:off x="2439139" y="571144"/>
              <a:ext cx="608631" cy="574350"/>
            </a:xfrm>
            <a:custGeom>
              <a:avLst/>
              <a:gdLst/>
              <a:ahLst/>
              <a:cxnLst/>
              <a:rect l="l" t="t" r="r" b="b"/>
              <a:pathLst>
                <a:path w="11345" h="10706" extrusionOk="0">
                  <a:moveTo>
                    <a:pt x="5672" y="10706"/>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75" name="Google Shape;4375;p34"/>
            <p:cNvSpPr/>
            <p:nvPr/>
          </p:nvSpPr>
          <p:spPr>
            <a:xfrm>
              <a:off x="3048950" y="571144"/>
              <a:ext cx="608577" cy="574350"/>
            </a:xfrm>
            <a:custGeom>
              <a:avLst/>
              <a:gdLst/>
              <a:ahLst/>
              <a:cxnLst/>
              <a:rect l="l" t="t" r="r" b="b"/>
              <a:pathLst>
                <a:path w="11344" h="10706" extrusionOk="0">
                  <a:moveTo>
                    <a:pt x="5661" y="10706"/>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76" name="Google Shape;4376;p34"/>
            <p:cNvSpPr/>
            <p:nvPr/>
          </p:nvSpPr>
          <p:spPr>
            <a:xfrm>
              <a:off x="3658117" y="571144"/>
              <a:ext cx="609221" cy="574350"/>
            </a:xfrm>
            <a:custGeom>
              <a:avLst/>
              <a:gdLst/>
              <a:ahLst/>
              <a:cxnLst/>
              <a:rect l="l" t="t" r="r" b="b"/>
              <a:pathLst>
                <a:path w="11356" h="10706" extrusionOk="0">
                  <a:moveTo>
                    <a:pt x="5684" y="10706"/>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77" name="Google Shape;4377;p34"/>
            <p:cNvSpPr/>
            <p:nvPr/>
          </p:nvSpPr>
          <p:spPr>
            <a:xfrm>
              <a:off x="4267875" y="571144"/>
              <a:ext cx="609221" cy="574350"/>
            </a:xfrm>
            <a:custGeom>
              <a:avLst/>
              <a:gdLst/>
              <a:ahLst/>
              <a:cxnLst/>
              <a:rect l="l" t="t" r="r" b="b"/>
              <a:pathLst>
                <a:path w="11356" h="10706" extrusionOk="0">
                  <a:moveTo>
                    <a:pt x="5684" y="10706"/>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78" name="Google Shape;4378;p34"/>
            <p:cNvSpPr/>
            <p:nvPr/>
          </p:nvSpPr>
          <p:spPr>
            <a:xfrm>
              <a:off x="4878276" y="571144"/>
              <a:ext cx="609221" cy="574350"/>
            </a:xfrm>
            <a:custGeom>
              <a:avLst/>
              <a:gdLst/>
              <a:ahLst/>
              <a:cxnLst/>
              <a:rect l="l" t="t" r="r" b="b"/>
              <a:pathLst>
                <a:path w="11356" h="10706" extrusionOk="0">
                  <a:moveTo>
                    <a:pt x="5673" y="10706"/>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79" name="Google Shape;4379;p34"/>
            <p:cNvSpPr/>
            <p:nvPr/>
          </p:nvSpPr>
          <p:spPr>
            <a:xfrm>
              <a:off x="5488087" y="571144"/>
              <a:ext cx="608631" cy="574350"/>
            </a:xfrm>
            <a:custGeom>
              <a:avLst/>
              <a:gdLst/>
              <a:ahLst/>
              <a:cxnLst/>
              <a:rect l="l" t="t" r="r" b="b"/>
              <a:pathLst>
                <a:path w="11345" h="10706" extrusionOk="0">
                  <a:moveTo>
                    <a:pt x="5672" y="10706"/>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80" name="Google Shape;4380;p34"/>
            <p:cNvSpPr/>
            <p:nvPr/>
          </p:nvSpPr>
          <p:spPr>
            <a:xfrm>
              <a:off x="6097845" y="571144"/>
              <a:ext cx="608631" cy="574350"/>
            </a:xfrm>
            <a:custGeom>
              <a:avLst/>
              <a:gdLst/>
              <a:ahLst/>
              <a:cxnLst/>
              <a:rect l="l" t="t" r="r" b="b"/>
              <a:pathLst>
                <a:path w="11345" h="10706" extrusionOk="0">
                  <a:moveTo>
                    <a:pt x="5661" y="10706"/>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81" name="Google Shape;4381;p34"/>
            <p:cNvSpPr/>
            <p:nvPr/>
          </p:nvSpPr>
          <p:spPr>
            <a:xfrm>
              <a:off x="6707066" y="571144"/>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82" name="Google Shape;4382;p34"/>
            <p:cNvSpPr/>
            <p:nvPr/>
          </p:nvSpPr>
          <p:spPr>
            <a:xfrm>
              <a:off x="2" y="1142382"/>
              <a:ext cx="608631" cy="573706"/>
            </a:xfrm>
            <a:custGeom>
              <a:avLst/>
              <a:gdLst/>
              <a:ahLst/>
              <a:cxnLst/>
              <a:rect l="l" t="t" r="r" b="b"/>
              <a:pathLst>
                <a:path w="11345" h="10694" extrusionOk="0">
                  <a:moveTo>
                    <a:pt x="5661" y="10694"/>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83" name="Google Shape;4383;p34"/>
            <p:cNvSpPr/>
            <p:nvPr/>
          </p:nvSpPr>
          <p:spPr>
            <a:xfrm>
              <a:off x="609169" y="1142382"/>
              <a:ext cx="609221" cy="573706"/>
            </a:xfrm>
            <a:custGeom>
              <a:avLst/>
              <a:gdLst/>
              <a:ahLst/>
              <a:cxnLst/>
              <a:rect l="l" t="t" r="r" b="b"/>
              <a:pathLst>
                <a:path w="11356" h="10694" extrusionOk="0">
                  <a:moveTo>
                    <a:pt x="5684" y="10694"/>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84" name="Google Shape;4384;p34"/>
            <p:cNvSpPr/>
            <p:nvPr/>
          </p:nvSpPr>
          <p:spPr>
            <a:xfrm>
              <a:off x="1218980" y="1142382"/>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85" name="Google Shape;4385;p34"/>
            <p:cNvSpPr/>
            <p:nvPr/>
          </p:nvSpPr>
          <p:spPr>
            <a:xfrm>
              <a:off x="1828738" y="1142382"/>
              <a:ext cx="608631" cy="573706"/>
            </a:xfrm>
            <a:custGeom>
              <a:avLst/>
              <a:gdLst/>
              <a:ahLst/>
              <a:cxnLst/>
              <a:rect l="l" t="t" r="r" b="b"/>
              <a:pathLst>
                <a:path w="11345" h="10694" extrusionOk="0">
                  <a:moveTo>
                    <a:pt x="5684" y="10694"/>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86" name="Google Shape;4386;p34"/>
            <p:cNvSpPr/>
            <p:nvPr/>
          </p:nvSpPr>
          <p:spPr>
            <a:xfrm>
              <a:off x="2439139" y="1142382"/>
              <a:ext cx="608631" cy="573706"/>
            </a:xfrm>
            <a:custGeom>
              <a:avLst/>
              <a:gdLst/>
              <a:ahLst/>
              <a:cxnLst/>
              <a:rect l="l" t="t" r="r" b="b"/>
              <a:pathLst>
                <a:path w="11345" h="10694" extrusionOk="0">
                  <a:moveTo>
                    <a:pt x="5672" y="10694"/>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87" name="Google Shape;4387;p34"/>
            <p:cNvSpPr/>
            <p:nvPr/>
          </p:nvSpPr>
          <p:spPr>
            <a:xfrm>
              <a:off x="3048950" y="1142382"/>
              <a:ext cx="608577" cy="573706"/>
            </a:xfrm>
            <a:custGeom>
              <a:avLst/>
              <a:gdLst/>
              <a:ahLst/>
              <a:cxnLst/>
              <a:rect l="l" t="t" r="r" b="b"/>
              <a:pathLst>
                <a:path w="11344" h="10694" extrusionOk="0">
                  <a:moveTo>
                    <a:pt x="5661" y="10694"/>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88" name="Google Shape;4388;p34"/>
            <p:cNvSpPr/>
            <p:nvPr/>
          </p:nvSpPr>
          <p:spPr>
            <a:xfrm>
              <a:off x="3658117" y="1142382"/>
              <a:ext cx="609221" cy="573706"/>
            </a:xfrm>
            <a:custGeom>
              <a:avLst/>
              <a:gdLst/>
              <a:ahLst/>
              <a:cxnLst/>
              <a:rect l="l" t="t" r="r" b="b"/>
              <a:pathLst>
                <a:path w="11356" h="10694" extrusionOk="0">
                  <a:moveTo>
                    <a:pt x="5684" y="10694"/>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89" name="Google Shape;4389;p34"/>
            <p:cNvSpPr/>
            <p:nvPr/>
          </p:nvSpPr>
          <p:spPr>
            <a:xfrm>
              <a:off x="4267875" y="1142382"/>
              <a:ext cx="609221" cy="573706"/>
            </a:xfrm>
            <a:custGeom>
              <a:avLst/>
              <a:gdLst/>
              <a:ahLst/>
              <a:cxnLst/>
              <a:rect l="l" t="t" r="r" b="b"/>
              <a:pathLst>
                <a:path w="11356" h="10694" extrusionOk="0">
                  <a:moveTo>
                    <a:pt x="5684" y="10694"/>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90" name="Google Shape;4390;p34"/>
            <p:cNvSpPr/>
            <p:nvPr/>
          </p:nvSpPr>
          <p:spPr>
            <a:xfrm>
              <a:off x="4878276" y="1142382"/>
              <a:ext cx="609221" cy="573706"/>
            </a:xfrm>
            <a:custGeom>
              <a:avLst/>
              <a:gdLst/>
              <a:ahLst/>
              <a:cxnLst/>
              <a:rect l="l" t="t" r="r" b="b"/>
              <a:pathLst>
                <a:path w="11356" h="10694" extrusionOk="0">
                  <a:moveTo>
                    <a:pt x="5673" y="10694"/>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91" name="Google Shape;4391;p34"/>
            <p:cNvSpPr/>
            <p:nvPr/>
          </p:nvSpPr>
          <p:spPr>
            <a:xfrm>
              <a:off x="5488087" y="1142382"/>
              <a:ext cx="608631" cy="573706"/>
            </a:xfrm>
            <a:custGeom>
              <a:avLst/>
              <a:gdLst/>
              <a:ahLst/>
              <a:cxnLst/>
              <a:rect l="l" t="t" r="r" b="b"/>
              <a:pathLst>
                <a:path w="11345" h="10694" extrusionOk="0">
                  <a:moveTo>
                    <a:pt x="5672" y="10694"/>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92" name="Google Shape;4392;p34"/>
            <p:cNvSpPr/>
            <p:nvPr/>
          </p:nvSpPr>
          <p:spPr>
            <a:xfrm>
              <a:off x="6097845" y="1142382"/>
              <a:ext cx="608631" cy="573706"/>
            </a:xfrm>
            <a:custGeom>
              <a:avLst/>
              <a:gdLst/>
              <a:ahLst/>
              <a:cxnLst/>
              <a:rect l="l" t="t" r="r" b="b"/>
              <a:pathLst>
                <a:path w="11345" h="10694" extrusionOk="0">
                  <a:moveTo>
                    <a:pt x="5661" y="10694"/>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93" name="Google Shape;4393;p34"/>
            <p:cNvSpPr/>
            <p:nvPr/>
          </p:nvSpPr>
          <p:spPr>
            <a:xfrm>
              <a:off x="6707066" y="1142382"/>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94" name="Google Shape;4394;p34"/>
            <p:cNvSpPr/>
            <p:nvPr/>
          </p:nvSpPr>
          <p:spPr>
            <a:xfrm>
              <a:off x="2" y="1712977"/>
              <a:ext cx="608631" cy="574350"/>
            </a:xfrm>
            <a:custGeom>
              <a:avLst/>
              <a:gdLst/>
              <a:ahLst/>
              <a:cxnLst/>
              <a:rect l="l" t="t" r="r" b="b"/>
              <a:pathLst>
                <a:path w="11345" h="10706" extrusionOk="0">
                  <a:moveTo>
                    <a:pt x="5661" y="10705"/>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95" name="Google Shape;4395;p34"/>
            <p:cNvSpPr/>
            <p:nvPr/>
          </p:nvSpPr>
          <p:spPr>
            <a:xfrm>
              <a:off x="609169" y="1712977"/>
              <a:ext cx="609221" cy="574350"/>
            </a:xfrm>
            <a:custGeom>
              <a:avLst/>
              <a:gdLst/>
              <a:ahLst/>
              <a:cxnLst/>
              <a:rect l="l" t="t" r="r" b="b"/>
              <a:pathLst>
                <a:path w="11356" h="10706" extrusionOk="0">
                  <a:moveTo>
                    <a:pt x="5684" y="10705"/>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96" name="Google Shape;4396;p34"/>
            <p:cNvSpPr/>
            <p:nvPr/>
          </p:nvSpPr>
          <p:spPr>
            <a:xfrm>
              <a:off x="1218980" y="1712977"/>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97" name="Google Shape;4397;p34"/>
            <p:cNvSpPr/>
            <p:nvPr/>
          </p:nvSpPr>
          <p:spPr>
            <a:xfrm>
              <a:off x="1828738" y="1712977"/>
              <a:ext cx="608631" cy="574350"/>
            </a:xfrm>
            <a:custGeom>
              <a:avLst/>
              <a:gdLst/>
              <a:ahLst/>
              <a:cxnLst/>
              <a:rect l="l" t="t" r="r" b="b"/>
              <a:pathLst>
                <a:path w="11345" h="10706" extrusionOk="0">
                  <a:moveTo>
                    <a:pt x="5684" y="10705"/>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98" name="Google Shape;4398;p34"/>
            <p:cNvSpPr/>
            <p:nvPr/>
          </p:nvSpPr>
          <p:spPr>
            <a:xfrm>
              <a:off x="2439139" y="1712977"/>
              <a:ext cx="608631" cy="574350"/>
            </a:xfrm>
            <a:custGeom>
              <a:avLst/>
              <a:gdLst/>
              <a:ahLst/>
              <a:cxnLst/>
              <a:rect l="l" t="t" r="r" b="b"/>
              <a:pathLst>
                <a:path w="11345" h="10706" extrusionOk="0">
                  <a:moveTo>
                    <a:pt x="5672" y="10705"/>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99" name="Google Shape;4399;p34"/>
            <p:cNvSpPr/>
            <p:nvPr/>
          </p:nvSpPr>
          <p:spPr>
            <a:xfrm>
              <a:off x="3048950" y="1712977"/>
              <a:ext cx="608577" cy="574350"/>
            </a:xfrm>
            <a:custGeom>
              <a:avLst/>
              <a:gdLst/>
              <a:ahLst/>
              <a:cxnLst/>
              <a:rect l="l" t="t" r="r" b="b"/>
              <a:pathLst>
                <a:path w="11344" h="10706" extrusionOk="0">
                  <a:moveTo>
                    <a:pt x="5661" y="10705"/>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00" name="Google Shape;4400;p34"/>
            <p:cNvSpPr/>
            <p:nvPr/>
          </p:nvSpPr>
          <p:spPr>
            <a:xfrm>
              <a:off x="3658117" y="1712977"/>
              <a:ext cx="609221" cy="574350"/>
            </a:xfrm>
            <a:custGeom>
              <a:avLst/>
              <a:gdLst/>
              <a:ahLst/>
              <a:cxnLst/>
              <a:rect l="l" t="t" r="r" b="b"/>
              <a:pathLst>
                <a:path w="11356" h="10706" extrusionOk="0">
                  <a:moveTo>
                    <a:pt x="5684" y="10705"/>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01" name="Google Shape;4401;p34"/>
            <p:cNvSpPr/>
            <p:nvPr/>
          </p:nvSpPr>
          <p:spPr>
            <a:xfrm>
              <a:off x="4267875" y="1712977"/>
              <a:ext cx="609221" cy="574350"/>
            </a:xfrm>
            <a:custGeom>
              <a:avLst/>
              <a:gdLst/>
              <a:ahLst/>
              <a:cxnLst/>
              <a:rect l="l" t="t" r="r" b="b"/>
              <a:pathLst>
                <a:path w="11356" h="10706" extrusionOk="0">
                  <a:moveTo>
                    <a:pt x="5684" y="10705"/>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02" name="Google Shape;4402;p34"/>
            <p:cNvSpPr/>
            <p:nvPr/>
          </p:nvSpPr>
          <p:spPr>
            <a:xfrm>
              <a:off x="4878276" y="1712977"/>
              <a:ext cx="609221" cy="574350"/>
            </a:xfrm>
            <a:custGeom>
              <a:avLst/>
              <a:gdLst/>
              <a:ahLst/>
              <a:cxnLst/>
              <a:rect l="l" t="t" r="r" b="b"/>
              <a:pathLst>
                <a:path w="11356" h="10706" extrusionOk="0">
                  <a:moveTo>
                    <a:pt x="5673" y="10705"/>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03" name="Google Shape;4403;p34"/>
            <p:cNvSpPr/>
            <p:nvPr/>
          </p:nvSpPr>
          <p:spPr>
            <a:xfrm>
              <a:off x="5488087" y="1712977"/>
              <a:ext cx="608631" cy="574350"/>
            </a:xfrm>
            <a:custGeom>
              <a:avLst/>
              <a:gdLst/>
              <a:ahLst/>
              <a:cxnLst/>
              <a:rect l="l" t="t" r="r" b="b"/>
              <a:pathLst>
                <a:path w="11345" h="10706" extrusionOk="0">
                  <a:moveTo>
                    <a:pt x="5672" y="10705"/>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04" name="Google Shape;4404;p34"/>
            <p:cNvSpPr/>
            <p:nvPr/>
          </p:nvSpPr>
          <p:spPr>
            <a:xfrm>
              <a:off x="6097845" y="1712977"/>
              <a:ext cx="608631" cy="574350"/>
            </a:xfrm>
            <a:custGeom>
              <a:avLst/>
              <a:gdLst/>
              <a:ahLst/>
              <a:cxnLst/>
              <a:rect l="l" t="t" r="r" b="b"/>
              <a:pathLst>
                <a:path w="11345" h="10706" extrusionOk="0">
                  <a:moveTo>
                    <a:pt x="5661" y="10705"/>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05" name="Google Shape;4405;p34"/>
            <p:cNvSpPr/>
            <p:nvPr/>
          </p:nvSpPr>
          <p:spPr>
            <a:xfrm>
              <a:off x="6707066" y="1712977"/>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06" name="Google Shape;4406;p34"/>
            <p:cNvSpPr/>
            <p:nvPr/>
          </p:nvSpPr>
          <p:spPr>
            <a:xfrm>
              <a:off x="2" y="2284216"/>
              <a:ext cx="608631" cy="574940"/>
            </a:xfrm>
            <a:custGeom>
              <a:avLst/>
              <a:gdLst/>
              <a:ahLst/>
              <a:cxnLst/>
              <a:rect l="l" t="t" r="r" b="b"/>
              <a:pathLst>
                <a:path w="11345" h="10717" extrusionOk="0">
                  <a:moveTo>
                    <a:pt x="5661" y="10716"/>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07" name="Google Shape;4407;p34"/>
            <p:cNvSpPr/>
            <p:nvPr/>
          </p:nvSpPr>
          <p:spPr>
            <a:xfrm>
              <a:off x="609169" y="2284216"/>
              <a:ext cx="609221" cy="574940"/>
            </a:xfrm>
            <a:custGeom>
              <a:avLst/>
              <a:gdLst/>
              <a:ahLst/>
              <a:cxnLst/>
              <a:rect l="l" t="t" r="r" b="b"/>
              <a:pathLst>
                <a:path w="11356" h="10717" extrusionOk="0">
                  <a:moveTo>
                    <a:pt x="5684" y="10716"/>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08" name="Google Shape;4408;p34"/>
            <p:cNvSpPr/>
            <p:nvPr/>
          </p:nvSpPr>
          <p:spPr>
            <a:xfrm>
              <a:off x="1218980" y="2284216"/>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09" name="Google Shape;4409;p34"/>
            <p:cNvSpPr/>
            <p:nvPr/>
          </p:nvSpPr>
          <p:spPr>
            <a:xfrm>
              <a:off x="1828738" y="2284216"/>
              <a:ext cx="608631" cy="574940"/>
            </a:xfrm>
            <a:custGeom>
              <a:avLst/>
              <a:gdLst/>
              <a:ahLst/>
              <a:cxnLst/>
              <a:rect l="l" t="t" r="r" b="b"/>
              <a:pathLst>
                <a:path w="11345" h="10717" extrusionOk="0">
                  <a:moveTo>
                    <a:pt x="5684" y="10716"/>
                  </a:moveTo>
                  <a:lnTo>
                    <a:pt x="1" y="5352"/>
                  </a:lnTo>
                  <a:lnTo>
                    <a:pt x="5684"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10" name="Google Shape;4410;p34"/>
            <p:cNvSpPr/>
            <p:nvPr/>
          </p:nvSpPr>
          <p:spPr>
            <a:xfrm>
              <a:off x="2439139" y="2284216"/>
              <a:ext cx="608631" cy="574940"/>
            </a:xfrm>
            <a:custGeom>
              <a:avLst/>
              <a:gdLst/>
              <a:ahLst/>
              <a:cxnLst/>
              <a:rect l="l" t="t" r="r" b="b"/>
              <a:pathLst>
                <a:path w="11345" h="10717" extrusionOk="0">
                  <a:moveTo>
                    <a:pt x="5672" y="10716"/>
                  </a:moveTo>
                  <a:lnTo>
                    <a:pt x="1"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11" name="Google Shape;4411;p34"/>
            <p:cNvSpPr/>
            <p:nvPr/>
          </p:nvSpPr>
          <p:spPr>
            <a:xfrm>
              <a:off x="3048950" y="2284216"/>
              <a:ext cx="608577" cy="574940"/>
            </a:xfrm>
            <a:custGeom>
              <a:avLst/>
              <a:gdLst/>
              <a:ahLst/>
              <a:cxnLst/>
              <a:rect l="l" t="t" r="r" b="b"/>
              <a:pathLst>
                <a:path w="11344" h="10717" extrusionOk="0">
                  <a:moveTo>
                    <a:pt x="5661" y="10716"/>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12" name="Google Shape;4412;p34"/>
            <p:cNvSpPr/>
            <p:nvPr/>
          </p:nvSpPr>
          <p:spPr>
            <a:xfrm>
              <a:off x="3658117" y="2284216"/>
              <a:ext cx="609221" cy="574940"/>
            </a:xfrm>
            <a:custGeom>
              <a:avLst/>
              <a:gdLst/>
              <a:ahLst/>
              <a:cxnLst/>
              <a:rect l="l" t="t" r="r" b="b"/>
              <a:pathLst>
                <a:path w="11356" h="10717" extrusionOk="0">
                  <a:moveTo>
                    <a:pt x="5684" y="10716"/>
                  </a:moveTo>
                  <a:lnTo>
                    <a:pt x="0" y="5352"/>
                  </a:lnTo>
                  <a:lnTo>
                    <a:pt x="5684"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13" name="Google Shape;4413;p34"/>
            <p:cNvSpPr/>
            <p:nvPr/>
          </p:nvSpPr>
          <p:spPr>
            <a:xfrm>
              <a:off x="4267875" y="2284216"/>
              <a:ext cx="609221" cy="574940"/>
            </a:xfrm>
            <a:custGeom>
              <a:avLst/>
              <a:gdLst/>
              <a:ahLst/>
              <a:cxnLst/>
              <a:rect l="l" t="t" r="r" b="b"/>
              <a:pathLst>
                <a:path w="11356" h="10717" extrusionOk="0">
                  <a:moveTo>
                    <a:pt x="5684" y="10716"/>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14" name="Google Shape;4414;p34"/>
            <p:cNvSpPr/>
            <p:nvPr/>
          </p:nvSpPr>
          <p:spPr>
            <a:xfrm>
              <a:off x="4878276" y="2284216"/>
              <a:ext cx="609221" cy="574940"/>
            </a:xfrm>
            <a:custGeom>
              <a:avLst/>
              <a:gdLst/>
              <a:ahLst/>
              <a:cxnLst/>
              <a:rect l="l" t="t" r="r" b="b"/>
              <a:pathLst>
                <a:path w="11356" h="10717" extrusionOk="0">
                  <a:moveTo>
                    <a:pt x="5673" y="10716"/>
                  </a:moveTo>
                  <a:lnTo>
                    <a:pt x="1" y="5352"/>
                  </a:lnTo>
                  <a:lnTo>
                    <a:pt x="5673"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15" name="Google Shape;4415;p34"/>
            <p:cNvSpPr/>
            <p:nvPr/>
          </p:nvSpPr>
          <p:spPr>
            <a:xfrm>
              <a:off x="5488087" y="2284216"/>
              <a:ext cx="608631" cy="574940"/>
            </a:xfrm>
            <a:custGeom>
              <a:avLst/>
              <a:gdLst/>
              <a:ahLst/>
              <a:cxnLst/>
              <a:rect l="l" t="t" r="r" b="b"/>
              <a:pathLst>
                <a:path w="11345" h="10717" extrusionOk="0">
                  <a:moveTo>
                    <a:pt x="5672" y="10716"/>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16" name="Google Shape;4416;p34"/>
            <p:cNvSpPr/>
            <p:nvPr/>
          </p:nvSpPr>
          <p:spPr>
            <a:xfrm>
              <a:off x="6097845" y="2284216"/>
              <a:ext cx="608631" cy="574940"/>
            </a:xfrm>
            <a:custGeom>
              <a:avLst/>
              <a:gdLst/>
              <a:ahLst/>
              <a:cxnLst/>
              <a:rect l="l" t="t" r="r" b="b"/>
              <a:pathLst>
                <a:path w="11345" h="10717" extrusionOk="0">
                  <a:moveTo>
                    <a:pt x="5661" y="10716"/>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17" name="Google Shape;4417;p34"/>
            <p:cNvSpPr/>
            <p:nvPr/>
          </p:nvSpPr>
          <p:spPr>
            <a:xfrm>
              <a:off x="6707066" y="2284216"/>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18" name="Google Shape;4418;p34"/>
            <p:cNvSpPr/>
            <p:nvPr/>
          </p:nvSpPr>
          <p:spPr>
            <a:xfrm>
              <a:off x="2" y="2856045"/>
              <a:ext cx="608631" cy="573706"/>
            </a:xfrm>
            <a:custGeom>
              <a:avLst/>
              <a:gdLst/>
              <a:ahLst/>
              <a:cxnLst/>
              <a:rect l="l" t="t" r="r" b="b"/>
              <a:pathLst>
                <a:path w="11345" h="10694" extrusionOk="0">
                  <a:moveTo>
                    <a:pt x="5661" y="10693"/>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19" name="Google Shape;4419;p34"/>
            <p:cNvSpPr/>
            <p:nvPr/>
          </p:nvSpPr>
          <p:spPr>
            <a:xfrm>
              <a:off x="609169" y="2856045"/>
              <a:ext cx="609221" cy="573706"/>
            </a:xfrm>
            <a:custGeom>
              <a:avLst/>
              <a:gdLst/>
              <a:ahLst/>
              <a:cxnLst/>
              <a:rect l="l" t="t" r="r" b="b"/>
              <a:pathLst>
                <a:path w="11356" h="10694" extrusionOk="0">
                  <a:moveTo>
                    <a:pt x="5684" y="10693"/>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20" name="Google Shape;4420;p34"/>
            <p:cNvSpPr/>
            <p:nvPr/>
          </p:nvSpPr>
          <p:spPr>
            <a:xfrm>
              <a:off x="1218980" y="2856045"/>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21" name="Google Shape;4421;p34"/>
            <p:cNvSpPr/>
            <p:nvPr/>
          </p:nvSpPr>
          <p:spPr>
            <a:xfrm>
              <a:off x="1828738" y="2856045"/>
              <a:ext cx="608631" cy="573706"/>
            </a:xfrm>
            <a:custGeom>
              <a:avLst/>
              <a:gdLst/>
              <a:ahLst/>
              <a:cxnLst/>
              <a:rect l="l" t="t" r="r" b="b"/>
              <a:pathLst>
                <a:path w="11345" h="10694" extrusionOk="0">
                  <a:moveTo>
                    <a:pt x="5684" y="10693"/>
                  </a:moveTo>
                  <a:lnTo>
                    <a:pt x="1" y="5341"/>
                  </a:lnTo>
                  <a:lnTo>
                    <a:pt x="5684"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22" name="Google Shape;4422;p34"/>
            <p:cNvSpPr/>
            <p:nvPr/>
          </p:nvSpPr>
          <p:spPr>
            <a:xfrm>
              <a:off x="2439139" y="2856045"/>
              <a:ext cx="608631" cy="573706"/>
            </a:xfrm>
            <a:custGeom>
              <a:avLst/>
              <a:gdLst/>
              <a:ahLst/>
              <a:cxnLst/>
              <a:rect l="l" t="t" r="r" b="b"/>
              <a:pathLst>
                <a:path w="11345" h="10694" extrusionOk="0">
                  <a:moveTo>
                    <a:pt x="5672" y="10693"/>
                  </a:moveTo>
                  <a:lnTo>
                    <a:pt x="1"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23" name="Google Shape;4423;p34"/>
            <p:cNvSpPr/>
            <p:nvPr/>
          </p:nvSpPr>
          <p:spPr>
            <a:xfrm>
              <a:off x="3048950" y="2856045"/>
              <a:ext cx="608577" cy="573706"/>
            </a:xfrm>
            <a:custGeom>
              <a:avLst/>
              <a:gdLst/>
              <a:ahLst/>
              <a:cxnLst/>
              <a:rect l="l" t="t" r="r" b="b"/>
              <a:pathLst>
                <a:path w="11344" h="10694" extrusionOk="0">
                  <a:moveTo>
                    <a:pt x="5661" y="10693"/>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24" name="Google Shape;4424;p34"/>
            <p:cNvSpPr/>
            <p:nvPr/>
          </p:nvSpPr>
          <p:spPr>
            <a:xfrm>
              <a:off x="3658117" y="2856045"/>
              <a:ext cx="609221" cy="573706"/>
            </a:xfrm>
            <a:custGeom>
              <a:avLst/>
              <a:gdLst/>
              <a:ahLst/>
              <a:cxnLst/>
              <a:rect l="l" t="t" r="r" b="b"/>
              <a:pathLst>
                <a:path w="11356" h="10694" extrusionOk="0">
                  <a:moveTo>
                    <a:pt x="5684" y="10693"/>
                  </a:moveTo>
                  <a:lnTo>
                    <a:pt x="0" y="5341"/>
                  </a:lnTo>
                  <a:lnTo>
                    <a:pt x="5684"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25" name="Google Shape;4425;p34"/>
            <p:cNvSpPr/>
            <p:nvPr/>
          </p:nvSpPr>
          <p:spPr>
            <a:xfrm>
              <a:off x="4267875" y="2856045"/>
              <a:ext cx="609221" cy="573706"/>
            </a:xfrm>
            <a:custGeom>
              <a:avLst/>
              <a:gdLst/>
              <a:ahLst/>
              <a:cxnLst/>
              <a:rect l="l" t="t" r="r" b="b"/>
              <a:pathLst>
                <a:path w="11356" h="10694" extrusionOk="0">
                  <a:moveTo>
                    <a:pt x="5684" y="10693"/>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26" name="Google Shape;4426;p34"/>
            <p:cNvSpPr/>
            <p:nvPr/>
          </p:nvSpPr>
          <p:spPr>
            <a:xfrm>
              <a:off x="4878276" y="2856045"/>
              <a:ext cx="609221" cy="573706"/>
            </a:xfrm>
            <a:custGeom>
              <a:avLst/>
              <a:gdLst/>
              <a:ahLst/>
              <a:cxnLst/>
              <a:rect l="l" t="t" r="r" b="b"/>
              <a:pathLst>
                <a:path w="11356" h="10694" extrusionOk="0">
                  <a:moveTo>
                    <a:pt x="5673" y="10693"/>
                  </a:moveTo>
                  <a:lnTo>
                    <a:pt x="1" y="5341"/>
                  </a:lnTo>
                  <a:lnTo>
                    <a:pt x="5673"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27" name="Google Shape;4427;p34"/>
            <p:cNvSpPr/>
            <p:nvPr/>
          </p:nvSpPr>
          <p:spPr>
            <a:xfrm>
              <a:off x="5488087" y="2856045"/>
              <a:ext cx="608631" cy="573706"/>
            </a:xfrm>
            <a:custGeom>
              <a:avLst/>
              <a:gdLst/>
              <a:ahLst/>
              <a:cxnLst/>
              <a:rect l="l" t="t" r="r" b="b"/>
              <a:pathLst>
                <a:path w="11345" h="10694" extrusionOk="0">
                  <a:moveTo>
                    <a:pt x="5672" y="10693"/>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28" name="Google Shape;4428;p34"/>
            <p:cNvSpPr/>
            <p:nvPr/>
          </p:nvSpPr>
          <p:spPr>
            <a:xfrm>
              <a:off x="6097845" y="2856045"/>
              <a:ext cx="608631" cy="573706"/>
            </a:xfrm>
            <a:custGeom>
              <a:avLst/>
              <a:gdLst/>
              <a:ahLst/>
              <a:cxnLst/>
              <a:rect l="l" t="t" r="r" b="b"/>
              <a:pathLst>
                <a:path w="11345" h="10694" extrusionOk="0">
                  <a:moveTo>
                    <a:pt x="5661" y="10693"/>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29" name="Google Shape;4429;p34"/>
            <p:cNvSpPr/>
            <p:nvPr/>
          </p:nvSpPr>
          <p:spPr>
            <a:xfrm>
              <a:off x="6707066" y="2856045"/>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30" name="Google Shape;4430;p34"/>
            <p:cNvSpPr/>
            <p:nvPr/>
          </p:nvSpPr>
          <p:spPr>
            <a:xfrm>
              <a:off x="2" y="3426639"/>
              <a:ext cx="608631" cy="574296"/>
            </a:xfrm>
            <a:custGeom>
              <a:avLst/>
              <a:gdLst/>
              <a:ahLst/>
              <a:cxnLst/>
              <a:rect l="l" t="t" r="r" b="b"/>
              <a:pathLst>
                <a:path w="11345" h="10705" extrusionOk="0">
                  <a:moveTo>
                    <a:pt x="5661" y="10705"/>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31" name="Google Shape;4431;p34"/>
            <p:cNvSpPr/>
            <p:nvPr/>
          </p:nvSpPr>
          <p:spPr>
            <a:xfrm>
              <a:off x="609169" y="3426639"/>
              <a:ext cx="609221" cy="574296"/>
            </a:xfrm>
            <a:custGeom>
              <a:avLst/>
              <a:gdLst/>
              <a:ahLst/>
              <a:cxnLst/>
              <a:rect l="l" t="t" r="r" b="b"/>
              <a:pathLst>
                <a:path w="11356" h="10705" extrusionOk="0">
                  <a:moveTo>
                    <a:pt x="5684" y="10705"/>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32" name="Google Shape;4432;p34"/>
            <p:cNvSpPr/>
            <p:nvPr/>
          </p:nvSpPr>
          <p:spPr>
            <a:xfrm>
              <a:off x="1218980" y="3426639"/>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33" name="Google Shape;4433;p34"/>
            <p:cNvSpPr/>
            <p:nvPr/>
          </p:nvSpPr>
          <p:spPr>
            <a:xfrm>
              <a:off x="1828738" y="3426639"/>
              <a:ext cx="608631" cy="574296"/>
            </a:xfrm>
            <a:custGeom>
              <a:avLst/>
              <a:gdLst/>
              <a:ahLst/>
              <a:cxnLst/>
              <a:rect l="l" t="t" r="r" b="b"/>
              <a:pathLst>
                <a:path w="11345" h="10705" extrusionOk="0">
                  <a:moveTo>
                    <a:pt x="5684" y="10705"/>
                  </a:moveTo>
                  <a:lnTo>
                    <a:pt x="1" y="5352"/>
                  </a:lnTo>
                  <a:lnTo>
                    <a:pt x="5684"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34" name="Google Shape;4434;p34"/>
            <p:cNvSpPr/>
            <p:nvPr/>
          </p:nvSpPr>
          <p:spPr>
            <a:xfrm>
              <a:off x="2439139" y="3426639"/>
              <a:ext cx="608631" cy="574296"/>
            </a:xfrm>
            <a:custGeom>
              <a:avLst/>
              <a:gdLst/>
              <a:ahLst/>
              <a:cxnLst/>
              <a:rect l="l" t="t" r="r" b="b"/>
              <a:pathLst>
                <a:path w="11345" h="10705" extrusionOk="0">
                  <a:moveTo>
                    <a:pt x="5672" y="10705"/>
                  </a:moveTo>
                  <a:lnTo>
                    <a:pt x="1"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35" name="Google Shape;4435;p34"/>
            <p:cNvSpPr/>
            <p:nvPr/>
          </p:nvSpPr>
          <p:spPr>
            <a:xfrm>
              <a:off x="3048950" y="3426639"/>
              <a:ext cx="608577" cy="574296"/>
            </a:xfrm>
            <a:custGeom>
              <a:avLst/>
              <a:gdLst/>
              <a:ahLst/>
              <a:cxnLst/>
              <a:rect l="l" t="t" r="r" b="b"/>
              <a:pathLst>
                <a:path w="11344" h="10705" extrusionOk="0">
                  <a:moveTo>
                    <a:pt x="5661" y="10705"/>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36" name="Google Shape;4436;p34"/>
            <p:cNvSpPr/>
            <p:nvPr/>
          </p:nvSpPr>
          <p:spPr>
            <a:xfrm>
              <a:off x="3658117" y="3426639"/>
              <a:ext cx="609221" cy="574296"/>
            </a:xfrm>
            <a:custGeom>
              <a:avLst/>
              <a:gdLst/>
              <a:ahLst/>
              <a:cxnLst/>
              <a:rect l="l" t="t" r="r" b="b"/>
              <a:pathLst>
                <a:path w="11356" h="10705" extrusionOk="0">
                  <a:moveTo>
                    <a:pt x="5684" y="10705"/>
                  </a:moveTo>
                  <a:lnTo>
                    <a:pt x="0" y="5352"/>
                  </a:lnTo>
                  <a:lnTo>
                    <a:pt x="5684"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37" name="Google Shape;4437;p34"/>
            <p:cNvSpPr/>
            <p:nvPr/>
          </p:nvSpPr>
          <p:spPr>
            <a:xfrm>
              <a:off x="4267875" y="3426639"/>
              <a:ext cx="609221" cy="574296"/>
            </a:xfrm>
            <a:custGeom>
              <a:avLst/>
              <a:gdLst/>
              <a:ahLst/>
              <a:cxnLst/>
              <a:rect l="l" t="t" r="r" b="b"/>
              <a:pathLst>
                <a:path w="11356" h="10705" extrusionOk="0">
                  <a:moveTo>
                    <a:pt x="5684" y="10705"/>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38" name="Google Shape;4438;p34"/>
            <p:cNvSpPr/>
            <p:nvPr/>
          </p:nvSpPr>
          <p:spPr>
            <a:xfrm>
              <a:off x="4878276" y="3426639"/>
              <a:ext cx="609221" cy="574296"/>
            </a:xfrm>
            <a:custGeom>
              <a:avLst/>
              <a:gdLst/>
              <a:ahLst/>
              <a:cxnLst/>
              <a:rect l="l" t="t" r="r" b="b"/>
              <a:pathLst>
                <a:path w="11356" h="10705" extrusionOk="0">
                  <a:moveTo>
                    <a:pt x="5673" y="10705"/>
                  </a:moveTo>
                  <a:lnTo>
                    <a:pt x="1" y="5352"/>
                  </a:lnTo>
                  <a:lnTo>
                    <a:pt x="5673"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39" name="Google Shape;4439;p34"/>
            <p:cNvSpPr/>
            <p:nvPr/>
          </p:nvSpPr>
          <p:spPr>
            <a:xfrm>
              <a:off x="5488087" y="3426639"/>
              <a:ext cx="608631" cy="574296"/>
            </a:xfrm>
            <a:custGeom>
              <a:avLst/>
              <a:gdLst/>
              <a:ahLst/>
              <a:cxnLst/>
              <a:rect l="l" t="t" r="r" b="b"/>
              <a:pathLst>
                <a:path w="11345" h="10705" extrusionOk="0">
                  <a:moveTo>
                    <a:pt x="5672" y="10705"/>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40" name="Google Shape;4440;p34"/>
            <p:cNvSpPr/>
            <p:nvPr/>
          </p:nvSpPr>
          <p:spPr>
            <a:xfrm>
              <a:off x="6097845" y="3426639"/>
              <a:ext cx="608631" cy="574296"/>
            </a:xfrm>
            <a:custGeom>
              <a:avLst/>
              <a:gdLst/>
              <a:ahLst/>
              <a:cxnLst/>
              <a:rect l="l" t="t" r="r" b="b"/>
              <a:pathLst>
                <a:path w="11345" h="10705" extrusionOk="0">
                  <a:moveTo>
                    <a:pt x="5661" y="10705"/>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41" name="Google Shape;4441;p34"/>
            <p:cNvSpPr/>
            <p:nvPr/>
          </p:nvSpPr>
          <p:spPr>
            <a:xfrm>
              <a:off x="6707066" y="3426639"/>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42" name="Google Shape;4442;p34"/>
            <p:cNvSpPr/>
            <p:nvPr/>
          </p:nvSpPr>
          <p:spPr>
            <a:xfrm>
              <a:off x="2" y="3997824"/>
              <a:ext cx="608631" cy="573706"/>
            </a:xfrm>
            <a:custGeom>
              <a:avLst/>
              <a:gdLst/>
              <a:ahLst/>
              <a:cxnLst/>
              <a:rect l="l" t="t" r="r" b="b"/>
              <a:pathLst>
                <a:path w="11345" h="10694" extrusionOk="0">
                  <a:moveTo>
                    <a:pt x="5661" y="10694"/>
                  </a:moveTo>
                  <a:lnTo>
                    <a:pt x="0" y="5342"/>
                  </a:lnTo>
                  <a:lnTo>
                    <a:pt x="5661"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43" name="Google Shape;4443;p34"/>
            <p:cNvSpPr/>
            <p:nvPr/>
          </p:nvSpPr>
          <p:spPr>
            <a:xfrm>
              <a:off x="609169" y="3997824"/>
              <a:ext cx="609221" cy="573706"/>
            </a:xfrm>
            <a:custGeom>
              <a:avLst/>
              <a:gdLst/>
              <a:ahLst/>
              <a:cxnLst/>
              <a:rect l="l" t="t" r="r" b="b"/>
              <a:pathLst>
                <a:path w="11356" h="10694" extrusionOk="0">
                  <a:moveTo>
                    <a:pt x="5684" y="10694"/>
                  </a:moveTo>
                  <a:lnTo>
                    <a:pt x="1" y="5342"/>
                  </a:lnTo>
                  <a:lnTo>
                    <a:pt x="5684"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44" name="Google Shape;4444;p34"/>
            <p:cNvSpPr/>
            <p:nvPr/>
          </p:nvSpPr>
          <p:spPr>
            <a:xfrm>
              <a:off x="1218980" y="3997824"/>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45" name="Google Shape;4445;p34"/>
            <p:cNvSpPr/>
            <p:nvPr/>
          </p:nvSpPr>
          <p:spPr>
            <a:xfrm>
              <a:off x="1828738" y="3997824"/>
              <a:ext cx="608631" cy="573706"/>
            </a:xfrm>
            <a:custGeom>
              <a:avLst/>
              <a:gdLst/>
              <a:ahLst/>
              <a:cxnLst/>
              <a:rect l="l" t="t" r="r" b="b"/>
              <a:pathLst>
                <a:path w="11345" h="10694" extrusionOk="0">
                  <a:moveTo>
                    <a:pt x="5684" y="10694"/>
                  </a:moveTo>
                  <a:lnTo>
                    <a:pt x="1" y="5342"/>
                  </a:lnTo>
                  <a:lnTo>
                    <a:pt x="5684"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46" name="Google Shape;4446;p34"/>
            <p:cNvSpPr/>
            <p:nvPr/>
          </p:nvSpPr>
          <p:spPr>
            <a:xfrm>
              <a:off x="2439139" y="3997824"/>
              <a:ext cx="608631" cy="573706"/>
            </a:xfrm>
            <a:custGeom>
              <a:avLst/>
              <a:gdLst/>
              <a:ahLst/>
              <a:cxnLst/>
              <a:rect l="l" t="t" r="r" b="b"/>
              <a:pathLst>
                <a:path w="11345" h="10694" extrusionOk="0">
                  <a:moveTo>
                    <a:pt x="5672" y="10694"/>
                  </a:moveTo>
                  <a:lnTo>
                    <a:pt x="1"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47" name="Google Shape;4447;p34"/>
            <p:cNvSpPr/>
            <p:nvPr/>
          </p:nvSpPr>
          <p:spPr>
            <a:xfrm>
              <a:off x="3048950" y="3997824"/>
              <a:ext cx="608577" cy="573706"/>
            </a:xfrm>
            <a:custGeom>
              <a:avLst/>
              <a:gdLst/>
              <a:ahLst/>
              <a:cxnLst/>
              <a:rect l="l" t="t" r="r" b="b"/>
              <a:pathLst>
                <a:path w="11344" h="10694" extrusionOk="0">
                  <a:moveTo>
                    <a:pt x="5661" y="10694"/>
                  </a:moveTo>
                  <a:lnTo>
                    <a:pt x="0" y="5342"/>
                  </a:lnTo>
                  <a:lnTo>
                    <a:pt x="5661"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48" name="Google Shape;4448;p34"/>
            <p:cNvSpPr/>
            <p:nvPr/>
          </p:nvSpPr>
          <p:spPr>
            <a:xfrm>
              <a:off x="3658117" y="3997824"/>
              <a:ext cx="609221" cy="573706"/>
            </a:xfrm>
            <a:custGeom>
              <a:avLst/>
              <a:gdLst/>
              <a:ahLst/>
              <a:cxnLst/>
              <a:rect l="l" t="t" r="r" b="b"/>
              <a:pathLst>
                <a:path w="11356" h="10694" extrusionOk="0">
                  <a:moveTo>
                    <a:pt x="5684" y="10694"/>
                  </a:moveTo>
                  <a:lnTo>
                    <a:pt x="0" y="5342"/>
                  </a:lnTo>
                  <a:lnTo>
                    <a:pt x="5684"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49" name="Google Shape;4449;p34"/>
            <p:cNvSpPr/>
            <p:nvPr/>
          </p:nvSpPr>
          <p:spPr>
            <a:xfrm>
              <a:off x="4267875" y="3997824"/>
              <a:ext cx="609221" cy="573706"/>
            </a:xfrm>
            <a:custGeom>
              <a:avLst/>
              <a:gdLst/>
              <a:ahLst/>
              <a:cxnLst/>
              <a:rect l="l" t="t" r="r" b="b"/>
              <a:pathLst>
                <a:path w="11356" h="10694" extrusionOk="0">
                  <a:moveTo>
                    <a:pt x="5684" y="10694"/>
                  </a:moveTo>
                  <a:lnTo>
                    <a:pt x="1" y="5342"/>
                  </a:lnTo>
                  <a:lnTo>
                    <a:pt x="5684"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50" name="Google Shape;4450;p34"/>
            <p:cNvSpPr/>
            <p:nvPr/>
          </p:nvSpPr>
          <p:spPr>
            <a:xfrm>
              <a:off x="4878276" y="3997824"/>
              <a:ext cx="609221" cy="573706"/>
            </a:xfrm>
            <a:custGeom>
              <a:avLst/>
              <a:gdLst/>
              <a:ahLst/>
              <a:cxnLst/>
              <a:rect l="l" t="t" r="r" b="b"/>
              <a:pathLst>
                <a:path w="11356" h="10694" extrusionOk="0">
                  <a:moveTo>
                    <a:pt x="5673" y="10694"/>
                  </a:moveTo>
                  <a:lnTo>
                    <a:pt x="1" y="5342"/>
                  </a:lnTo>
                  <a:lnTo>
                    <a:pt x="5673"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51" name="Google Shape;4451;p34"/>
            <p:cNvSpPr/>
            <p:nvPr/>
          </p:nvSpPr>
          <p:spPr>
            <a:xfrm>
              <a:off x="5488087" y="3997824"/>
              <a:ext cx="608631" cy="573706"/>
            </a:xfrm>
            <a:custGeom>
              <a:avLst/>
              <a:gdLst/>
              <a:ahLst/>
              <a:cxnLst/>
              <a:rect l="l" t="t" r="r" b="b"/>
              <a:pathLst>
                <a:path w="11345" h="10694" extrusionOk="0">
                  <a:moveTo>
                    <a:pt x="5672" y="10694"/>
                  </a:moveTo>
                  <a:lnTo>
                    <a:pt x="0"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52" name="Google Shape;4452;p34"/>
            <p:cNvSpPr/>
            <p:nvPr/>
          </p:nvSpPr>
          <p:spPr>
            <a:xfrm>
              <a:off x="6097845" y="3997824"/>
              <a:ext cx="608631" cy="573706"/>
            </a:xfrm>
            <a:custGeom>
              <a:avLst/>
              <a:gdLst/>
              <a:ahLst/>
              <a:cxnLst/>
              <a:rect l="l" t="t" r="r" b="b"/>
              <a:pathLst>
                <a:path w="11345" h="10694" extrusionOk="0">
                  <a:moveTo>
                    <a:pt x="5661" y="10694"/>
                  </a:moveTo>
                  <a:lnTo>
                    <a:pt x="1" y="5342"/>
                  </a:lnTo>
                  <a:lnTo>
                    <a:pt x="5661" y="1"/>
                  </a:lnTo>
                  <a:lnTo>
                    <a:pt x="1134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53" name="Google Shape;4453;p34"/>
            <p:cNvSpPr/>
            <p:nvPr/>
          </p:nvSpPr>
          <p:spPr>
            <a:xfrm>
              <a:off x="6707066" y="3997824"/>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54" name="Google Shape;4454;p34"/>
            <p:cNvSpPr/>
            <p:nvPr/>
          </p:nvSpPr>
          <p:spPr>
            <a:xfrm>
              <a:off x="2" y="4568419"/>
              <a:ext cx="608631" cy="574940"/>
            </a:xfrm>
            <a:custGeom>
              <a:avLst/>
              <a:gdLst/>
              <a:ahLst/>
              <a:cxnLst/>
              <a:rect l="l" t="t" r="r" b="b"/>
              <a:pathLst>
                <a:path w="11345" h="10717" extrusionOk="0">
                  <a:moveTo>
                    <a:pt x="5661" y="10717"/>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55" name="Google Shape;4455;p34"/>
            <p:cNvSpPr/>
            <p:nvPr/>
          </p:nvSpPr>
          <p:spPr>
            <a:xfrm>
              <a:off x="609169" y="4568419"/>
              <a:ext cx="609221" cy="574940"/>
            </a:xfrm>
            <a:custGeom>
              <a:avLst/>
              <a:gdLst/>
              <a:ahLst/>
              <a:cxnLst/>
              <a:rect l="l" t="t" r="r" b="b"/>
              <a:pathLst>
                <a:path w="11356" h="10717" extrusionOk="0">
                  <a:moveTo>
                    <a:pt x="5684" y="10717"/>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56" name="Google Shape;4456;p34"/>
            <p:cNvSpPr/>
            <p:nvPr/>
          </p:nvSpPr>
          <p:spPr>
            <a:xfrm>
              <a:off x="1218980" y="4568419"/>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57" name="Google Shape;4457;p34"/>
            <p:cNvSpPr/>
            <p:nvPr/>
          </p:nvSpPr>
          <p:spPr>
            <a:xfrm>
              <a:off x="1828738" y="4568419"/>
              <a:ext cx="608631" cy="574940"/>
            </a:xfrm>
            <a:custGeom>
              <a:avLst/>
              <a:gdLst/>
              <a:ahLst/>
              <a:cxnLst/>
              <a:rect l="l" t="t" r="r" b="b"/>
              <a:pathLst>
                <a:path w="11345" h="10717" extrusionOk="0">
                  <a:moveTo>
                    <a:pt x="5684" y="10717"/>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58" name="Google Shape;4458;p34"/>
            <p:cNvSpPr/>
            <p:nvPr/>
          </p:nvSpPr>
          <p:spPr>
            <a:xfrm>
              <a:off x="2439139" y="4568419"/>
              <a:ext cx="608631" cy="574940"/>
            </a:xfrm>
            <a:custGeom>
              <a:avLst/>
              <a:gdLst/>
              <a:ahLst/>
              <a:cxnLst/>
              <a:rect l="l" t="t" r="r" b="b"/>
              <a:pathLst>
                <a:path w="11345" h="10717" extrusionOk="0">
                  <a:moveTo>
                    <a:pt x="5672" y="10717"/>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59" name="Google Shape;4459;p34"/>
            <p:cNvSpPr/>
            <p:nvPr/>
          </p:nvSpPr>
          <p:spPr>
            <a:xfrm>
              <a:off x="3048950" y="4568419"/>
              <a:ext cx="608577" cy="574940"/>
            </a:xfrm>
            <a:custGeom>
              <a:avLst/>
              <a:gdLst/>
              <a:ahLst/>
              <a:cxnLst/>
              <a:rect l="l" t="t" r="r" b="b"/>
              <a:pathLst>
                <a:path w="11344" h="10717" extrusionOk="0">
                  <a:moveTo>
                    <a:pt x="5661" y="10717"/>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60" name="Google Shape;4460;p34"/>
            <p:cNvSpPr/>
            <p:nvPr/>
          </p:nvSpPr>
          <p:spPr>
            <a:xfrm>
              <a:off x="3658117" y="4568419"/>
              <a:ext cx="609221" cy="574940"/>
            </a:xfrm>
            <a:custGeom>
              <a:avLst/>
              <a:gdLst/>
              <a:ahLst/>
              <a:cxnLst/>
              <a:rect l="l" t="t" r="r" b="b"/>
              <a:pathLst>
                <a:path w="11356" h="10717" extrusionOk="0">
                  <a:moveTo>
                    <a:pt x="5684" y="10717"/>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61" name="Google Shape;4461;p34"/>
            <p:cNvSpPr/>
            <p:nvPr/>
          </p:nvSpPr>
          <p:spPr>
            <a:xfrm>
              <a:off x="4267875" y="4568419"/>
              <a:ext cx="609221" cy="574940"/>
            </a:xfrm>
            <a:custGeom>
              <a:avLst/>
              <a:gdLst/>
              <a:ahLst/>
              <a:cxnLst/>
              <a:rect l="l" t="t" r="r" b="b"/>
              <a:pathLst>
                <a:path w="11356" h="10717" extrusionOk="0">
                  <a:moveTo>
                    <a:pt x="5684" y="10717"/>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62" name="Google Shape;4462;p34"/>
            <p:cNvSpPr/>
            <p:nvPr/>
          </p:nvSpPr>
          <p:spPr>
            <a:xfrm>
              <a:off x="4878276" y="4568419"/>
              <a:ext cx="609221" cy="574940"/>
            </a:xfrm>
            <a:custGeom>
              <a:avLst/>
              <a:gdLst/>
              <a:ahLst/>
              <a:cxnLst/>
              <a:rect l="l" t="t" r="r" b="b"/>
              <a:pathLst>
                <a:path w="11356" h="10717" extrusionOk="0">
                  <a:moveTo>
                    <a:pt x="5673" y="10717"/>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63" name="Google Shape;4463;p34"/>
            <p:cNvSpPr/>
            <p:nvPr/>
          </p:nvSpPr>
          <p:spPr>
            <a:xfrm>
              <a:off x="5488087" y="4568419"/>
              <a:ext cx="608631" cy="574940"/>
            </a:xfrm>
            <a:custGeom>
              <a:avLst/>
              <a:gdLst/>
              <a:ahLst/>
              <a:cxnLst/>
              <a:rect l="l" t="t" r="r" b="b"/>
              <a:pathLst>
                <a:path w="11345" h="10717" extrusionOk="0">
                  <a:moveTo>
                    <a:pt x="5672" y="10717"/>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64" name="Google Shape;4464;p34"/>
            <p:cNvSpPr/>
            <p:nvPr/>
          </p:nvSpPr>
          <p:spPr>
            <a:xfrm>
              <a:off x="6097845" y="4568419"/>
              <a:ext cx="608631" cy="574940"/>
            </a:xfrm>
            <a:custGeom>
              <a:avLst/>
              <a:gdLst/>
              <a:ahLst/>
              <a:cxnLst/>
              <a:rect l="l" t="t" r="r" b="b"/>
              <a:pathLst>
                <a:path w="11345" h="10717" extrusionOk="0">
                  <a:moveTo>
                    <a:pt x="5661" y="10717"/>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65" name="Google Shape;4465;p34"/>
            <p:cNvSpPr/>
            <p:nvPr/>
          </p:nvSpPr>
          <p:spPr>
            <a:xfrm>
              <a:off x="6707066" y="4568419"/>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66" name="Google Shape;4466;p34"/>
            <p:cNvSpPr/>
            <p:nvPr/>
          </p:nvSpPr>
          <p:spPr>
            <a:xfrm>
              <a:off x="7315512" y="-16"/>
              <a:ext cx="608631" cy="574350"/>
            </a:xfrm>
            <a:custGeom>
              <a:avLst/>
              <a:gdLst/>
              <a:ahLst/>
              <a:cxnLst/>
              <a:rect l="l" t="t" r="r" b="b"/>
              <a:pathLst>
                <a:path w="11345" h="10706" extrusionOk="0">
                  <a:moveTo>
                    <a:pt x="5672" y="10705"/>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67" name="Google Shape;4467;p34"/>
            <p:cNvSpPr/>
            <p:nvPr/>
          </p:nvSpPr>
          <p:spPr>
            <a:xfrm>
              <a:off x="7925270" y="-16"/>
              <a:ext cx="608631" cy="574350"/>
            </a:xfrm>
            <a:custGeom>
              <a:avLst/>
              <a:gdLst/>
              <a:ahLst/>
              <a:cxnLst/>
              <a:rect l="l" t="t" r="r" b="b"/>
              <a:pathLst>
                <a:path w="11345" h="10706" extrusionOk="0">
                  <a:moveTo>
                    <a:pt x="5661" y="10705"/>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68" name="Google Shape;4468;p34"/>
            <p:cNvSpPr/>
            <p:nvPr/>
          </p:nvSpPr>
          <p:spPr>
            <a:xfrm>
              <a:off x="8534491" y="-16"/>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69" name="Google Shape;4469;p34"/>
            <p:cNvSpPr/>
            <p:nvPr/>
          </p:nvSpPr>
          <p:spPr>
            <a:xfrm>
              <a:off x="7315512" y="571169"/>
              <a:ext cx="608631" cy="574350"/>
            </a:xfrm>
            <a:custGeom>
              <a:avLst/>
              <a:gdLst/>
              <a:ahLst/>
              <a:cxnLst/>
              <a:rect l="l" t="t" r="r" b="b"/>
              <a:pathLst>
                <a:path w="11345" h="10706" extrusionOk="0">
                  <a:moveTo>
                    <a:pt x="5672" y="10706"/>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70" name="Google Shape;4470;p34"/>
            <p:cNvSpPr/>
            <p:nvPr/>
          </p:nvSpPr>
          <p:spPr>
            <a:xfrm>
              <a:off x="7925270" y="571169"/>
              <a:ext cx="608631" cy="574350"/>
            </a:xfrm>
            <a:custGeom>
              <a:avLst/>
              <a:gdLst/>
              <a:ahLst/>
              <a:cxnLst/>
              <a:rect l="l" t="t" r="r" b="b"/>
              <a:pathLst>
                <a:path w="11345" h="10706" extrusionOk="0">
                  <a:moveTo>
                    <a:pt x="5661" y="10706"/>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71" name="Google Shape;4471;p34"/>
            <p:cNvSpPr/>
            <p:nvPr/>
          </p:nvSpPr>
          <p:spPr>
            <a:xfrm>
              <a:off x="8534491" y="571169"/>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72" name="Google Shape;4472;p34"/>
            <p:cNvSpPr/>
            <p:nvPr/>
          </p:nvSpPr>
          <p:spPr>
            <a:xfrm>
              <a:off x="7315512" y="1142407"/>
              <a:ext cx="608631" cy="573706"/>
            </a:xfrm>
            <a:custGeom>
              <a:avLst/>
              <a:gdLst/>
              <a:ahLst/>
              <a:cxnLst/>
              <a:rect l="l" t="t" r="r" b="b"/>
              <a:pathLst>
                <a:path w="11345" h="10694" extrusionOk="0">
                  <a:moveTo>
                    <a:pt x="5672" y="10694"/>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73" name="Google Shape;4473;p34"/>
            <p:cNvSpPr/>
            <p:nvPr/>
          </p:nvSpPr>
          <p:spPr>
            <a:xfrm>
              <a:off x="7925270" y="1142407"/>
              <a:ext cx="608631" cy="573706"/>
            </a:xfrm>
            <a:custGeom>
              <a:avLst/>
              <a:gdLst/>
              <a:ahLst/>
              <a:cxnLst/>
              <a:rect l="l" t="t" r="r" b="b"/>
              <a:pathLst>
                <a:path w="11345" h="10694" extrusionOk="0">
                  <a:moveTo>
                    <a:pt x="5661" y="10694"/>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74" name="Google Shape;4474;p34"/>
            <p:cNvSpPr/>
            <p:nvPr/>
          </p:nvSpPr>
          <p:spPr>
            <a:xfrm>
              <a:off x="8534491" y="1142407"/>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75" name="Google Shape;4475;p34"/>
            <p:cNvSpPr/>
            <p:nvPr/>
          </p:nvSpPr>
          <p:spPr>
            <a:xfrm>
              <a:off x="7315512" y="1713002"/>
              <a:ext cx="608631" cy="574350"/>
            </a:xfrm>
            <a:custGeom>
              <a:avLst/>
              <a:gdLst/>
              <a:ahLst/>
              <a:cxnLst/>
              <a:rect l="l" t="t" r="r" b="b"/>
              <a:pathLst>
                <a:path w="11345" h="10706" extrusionOk="0">
                  <a:moveTo>
                    <a:pt x="5672" y="10705"/>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76" name="Google Shape;4476;p34"/>
            <p:cNvSpPr/>
            <p:nvPr/>
          </p:nvSpPr>
          <p:spPr>
            <a:xfrm>
              <a:off x="7925270" y="1713002"/>
              <a:ext cx="608631" cy="574350"/>
            </a:xfrm>
            <a:custGeom>
              <a:avLst/>
              <a:gdLst/>
              <a:ahLst/>
              <a:cxnLst/>
              <a:rect l="l" t="t" r="r" b="b"/>
              <a:pathLst>
                <a:path w="11345" h="10706" extrusionOk="0">
                  <a:moveTo>
                    <a:pt x="5661" y="10705"/>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77" name="Google Shape;4477;p34"/>
            <p:cNvSpPr/>
            <p:nvPr/>
          </p:nvSpPr>
          <p:spPr>
            <a:xfrm>
              <a:off x="8534491" y="1713002"/>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78" name="Google Shape;4478;p34"/>
            <p:cNvSpPr/>
            <p:nvPr/>
          </p:nvSpPr>
          <p:spPr>
            <a:xfrm>
              <a:off x="7315512" y="2284241"/>
              <a:ext cx="608631" cy="574940"/>
            </a:xfrm>
            <a:custGeom>
              <a:avLst/>
              <a:gdLst/>
              <a:ahLst/>
              <a:cxnLst/>
              <a:rect l="l" t="t" r="r" b="b"/>
              <a:pathLst>
                <a:path w="11345" h="10717" extrusionOk="0">
                  <a:moveTo>
                    <a:pt x="5672" y="10716"/>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79" name="Google Shape;4479;p34"/>
            <p:cNvSpPr/>
            <p:nvPr/>
          </p:nvSpPr>
          <p:spPr>
            <a:xfrm>
              <a:off x="7925270" y="2284241"/>
              <a:ext cx="608631" cy="574940"/>
            </a:xfrm>
            <a:custGeom>
              <a:avLst/>
              <a:gdLst/>
              <a:ahLst/>
              <a:cxnLst/>
              <a:rect l="l" t="t" r="r" b="b"/>
              <a:pathLst>
                <a:path w="11345" h="10717" extrusionOk="0">
                  <a:moveTo>
                    <a:pt x="5661" y="10716"/>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80" name="Google Shape;4480;p34"/>
            <p:cNvSpPr/>
            <p:nvPr/>
          </p:nvSpPr>
          <p:spPr>
            <a:xfrm>
              <a:off x="8534491" y="2284241"/>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81" name="Google Shape;4481;p34"/>
            <p:cNvSpPr/>
            <p:nvPr/>
          </p:nvSpPr>
          <p:spPr>
            <a:xfrm>
              <a:off x="7315512" y="2856070"/>
              <a:ext cx="608631" cy="573706"/>
            </a:xfrm>
            <a:custGeom>
              <a:avLst/>
              <a:gdLst/>
              <a:ahLst/>
              <a:cxnLst/>
              <a:rect l="l" t="t" r="r" b="b"/>
              <a:pathLst>
                <a:path w="11345" h="10694" extrusionOk="0">
                  <a:moveTo>
                    <a:pt x="5672" y="10693"/>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82" name="Google Shape;4482;p34"/>
            <p:cNvSpPr/>
            <p:nvPr/>
          </p:nvSpPr>
          <p:spPr>
            <a:xfrm>
              <a:off x="7925270" y="2856070"/>
              <a:ext cx="608631" cy="573706"/>
            </a:xfrm>
            <a:custGeom>
              <a:avLst/>
              <a:gdLst/>
              <a:ahLst/>
              <a:cxnLst/>
              <a:rect l="l" t="t" r="r" b="b"/>
              <a:pathLst>
                <a:path w="11345" h="10694" extrusionOk="0">
                  <a:moveTo>
                    <a:pt x="5661" y="10693"/>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83" name="Google Shape;4483;p34"/>
            <p:cNvSpPr/>
            <p:nvPr/>
          </p:nvSpPr>
          <p:spPr>
            <a:xfrm>
              <a:off x="8534491" y="2856070"/>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84" name="Google Shape;4484;p34"/>
            <p:cNvSpPr/>
            <p:nvPr/>
          </p:nvSpPr>
          <p:spPr>
            <a:xfrm>
              <a:off x="7315512" y="3426664"/>
              <a:ext cx="608631" cy="574296"/>
            </a:xfrm>
            <a:custGeom>
              <a:avLst/>
              <a:gdLst/>
              <a:ahLst/>
              <a:cxnLst/>
              <a:rect l="l" t="t" r="r" b="b"/>
              <a:pathLst>
                <a:path w="11345" h="10705" extrusionOk="0">
                  <a:moveTo>
                    <a:pt x="5672" y="10705"/>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85" name="Google Shape;4485;p34"/>
            <p:cNvSpPr/>
            <p:nvPr/>
          </p:nvSpPr>
          <p:spPr>
            <a:xfrm>
              <a:off x="7925270" y="3426664"/>
              <a:ext cx="608631" cy="574296"/>
            </a:xfrm>
            <a:custGeom>
              <a:avLst/>
              <a:gdLst/>
              <a:ahLst/>
              <a:cxnLst/>
              <a:rect l="l" t="t" r="r" b="b"/>
              <a:pathLst>
                <a:path w="11345" h="10705" extrusionOk="0">
                  <a:moveTo>
                    <a:pt x="5661" y="10705"/>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86" name="Google Shape;4486;p34"/>
            <p:cNvSpPr/>
            <p:nvPr/>
          </p:nvSpPr>
          <p:spPr>
            <a:xfrm>
              <a:off x="8534491" y="3426664"/>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87" name="Google Shape;4487;p34"/>
            <p:cNvSpPr/>
            <p:nvPr/>
          </p:nvSpPr>
          <p:spPr>
            <a:xfrm>
              <a:off x="7315512" y="3997849"/>
              <a:ext cx="608631" cy="573706"/>
            </a:xfrm>
            <a:custGeom>
              <a:avLst/>
              <a:gdLst/>
              <a:ahLst/>
              <a:cxnLst/>
              <a:rect l="l" t="t" r="r" b="b"/>
              <a:pathLst>
                <a:path w="11345" h="10694" extrusionOk="0">
                  <a:moveTo>
                    <a:pt x="5672" y="10694"/>
                  </a:moveTo>
                  <a:lnTo>
                    <a:pt x="0"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88" name="Google Shape;4488;p34"/>
            <p:cNvSpPr/>
            <p:nvPr/>
          </p:nvSpPr>
          <p:spPr>
            <a:xfrm>
              <a:off x="7925270" y="3997849"/>
              <a:ext cx="608631" cy="573706"/>
            </a:xfrm>
            <a:custGeom>
              <a:avLst/>
              <a:gdLst/>
              <a:ahLst/>
              <a:cxnLst/>
              <a:rect l="l" t="t" r="r" b="b"/>
              <a:pathLst>
                <a:path w="11345" h="10694" extrusionOk="0">
                  <a:moveTo>
                    <a:pt x="5661" y="10694"/>
                  </a:moveTo>
                  <a:lnTo>
                    <a:pt x="1" y="5342"/>
                  </a:lnTo>
                  <a:lnTo>
                    <a:pt x="5661" y="1"/>
                  </a:lnTo>
                  <a:lnTo>
                    <a:pt x="1134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89" name="Google Shape;4489;p34"/>
            <p:cNvSpPr/>
            <p:nvPr/>
          </p:nvSpPr>
          <p:spPr>
            <a:xfrm>
              <a:off x="8534491" y="3997849"/>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90" name="Google Shape;4490;p34"/>
            <p:cNvSpPr/>
            <p:nvPr/>
          </p:nvSpPr>
          <p:spPr>
            <a:xfrm>
              <a:off x="7315512" y="4568444"/>
              <a:ext cx="608631" cy="574940"/>
            </a:xfrm>
            <a:custGeom>
              <a:avLst/>
              <a:gdLst/>
              <a:ahLst/>
              <a:cxnLst/>
              <a:rect l="l" t="t" r="r" b="b"/>
              <a:pathLst>
                <a:path w="11345" h="10717" extrusionOk="0">
                  <a:moveTo>
                    <a:pt x="5672" y="10717"/>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91" name="Google Shape;4491;p34"/>
            <p:cNvSpPr/>
            <p:nvPr/>
          </p:nvSpPr>
          <p:spPr>
            <a:xfrm>
              <a:off x="7925270" y="4568444"/>
              <a:ext cx="608631" cy="574940"/>
            </a:xfrm>
            <a:custGeom>
              <a:avLst/>
              <a:gdLst/>
              <a:ahLst/>
              <a:cxnLst/>
              <a:rect l="l" t="t" r="r" b="b"/>
              <a:pathLst>
                <a:path w="11345" h="10717" extrusionOk="0">
                  <a:moveTo>
                    <a:pt x="5661" y="10717"/>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492" name="Google Shape;4492;p34"/>
            <p:cNvSpPr/>
            <p:nvPr/>
          </p:nvSpPr>
          <p:spPr>
            <a:xfrm>
              <a:off x="8534491" y="4568444"/>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sp>
        <p:nvSpPr>
          <p:cNvPr id="4493" name="Google Shape;4493;p34"/>
          <p:cNvSpPr txBox="1">
            <a:spLocks noGrp="1"/>
          </p:cNvSpPr>
          <p:nvPr>
            <p:ph type="ctrTitle"/>
          </p:nvPr>
        </p:nvSpPr>
        <p:spPr>
          <a:xfrm>
            <a:off x="2331750" y="692350"/>
            <a:ext cx="4480500" cy="1005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8500"/>
              <a:buNone/>
              <a:defRPr sz="7000"/>
            </a:lvl1pPr>
            <a:lvl2pPr lvl="1" algn="ctr" rtl="0">
              <a:spcBef>
                <a:spcPts val="0"/>
              </a:spcBef>
              <a:spcAft>
                <a:spcPts val="0"/>
              </a:spcAft>
              <a:buSzPts val="8500"/>
              <a:buNone/>
              <a:defRPr sz="8500"/>
            </a:lvl2pPr>
            <a:lvl3pPr lvl="2" algn="ctr" rtl="0">
              <a:spcBef>
                <a:spcPts val="0"/>
              </a:spcBef>
              <a:spcAft>
                <a:spcPts val="0"/>
              </a:spcAft>
              <a:buSzPts val="8500"/>
              <a:buNone/>
              <a:defRPr sz="8500"/>
            </a:lvl3pPr>
            <a:lvl4pPr lvl="3" algn="ctr" rtl="0">
              <a:spcBef>
                <a:spcPts val="0"/>
              </a:spcBef>
              <a:spcAft>
                <a:spcPts val="0"/>
              </a:spcAft>
              <a:buSzPts val="8500"/>
              <a:buNone/>
              <a:defRPr sz="8500"/>
            </a:lvl4pPr>
            <a:lvl5pPr lvl="4" algn="ctr" rtl="0">
              <a:spcBef>
                <a:spcPts val="0"/>
              </a:spcBef>
              <a:spcAft>
                <a:spcPts val="0"/>
              </a:spcAft>
              <a:buSzPts val="8500"/>
              <a:buNone/>
              <a:defRPr sz="8500"/>
            </a:lvl5pPr>
            <a:lvl6pPr lvl="5" algn="ctr" rtl="0">
              <a:spcBef>
                <a:spcPts val="0"/>
              </a:spcBef>
              <a:spcAft>
                <a:spcPts val="0"/>
              </a:spcAft>
              <a:buSzPts val="8500"/>
              <a:buNone/>
              <a:defRPr sz="8500"/>
            </a:lvl6pPr>
            <a:lvl7pPr lvl="6" algn="ctr" rtl="0">
              <a:spcBef>
                <a:spcPts val="0"/>
              </a:spcBef>
              <a:spcAft>
                <a:spcPts val="0"/>
              </a:spcAft>
              <a:buSzPts val="8500"/>
              <a:buNone/>
              <a:defRPr sz="8500"/>
            </a:lvl7pPr>
            <a:lvl8pPr lvl="7" algn="ctr" rtl="0">
              <a:spcBef>
                <a:spcPts val="0"/>
              </a:spcBef>
              <a:spcAft>
                <a:spcPts val="0"/>
              </a:spcAft>
              <a:buSzPts val="8500"/>
              <a:buNone/>
              <a:defRPr sz="8500"/>
            </a:lvl8pPr>
            <a:lvl9pPr lvl="8" algn="ctr" rtl="0">
              <a:spcBef>
                <a:spcPts val="0"/>
              </a:spcBef>
              <a:spcAft>
                <a:spcPts val="0"/>
              </a:spcAft>
              <a:buSzPts val="8500"/>
              <a:buNone/>
              <a:defRPr sz="8500"/>
            </a:lvl9pPr>
          </a:lstStyle>
          <a:p>
            <a:endParaRPr/>
          </a:p>
        </p:txBody>
      </p:sp>
      <p:sp>
        <p:nvSpPr>
          <p:cNvPr id="4494" name="Google Shape;4494;p34"/>
          <p:cNvSpPr txBox="1">
            <a:spLocks noGrp="1"/>
          </p:cNvSpPr>
          <p:nvPr>
            <p:ph type="subTitle" idx="1"/>
          </p:nvPr>
        </p:nvSpPr>
        <p:spPr>
          <a:xfrm>
            <a:off x="2331750" y="1698244"/>
            <a:ext cx="4480500" cy="399900"/>
          </a:xfrm>
          <a:prstGeom prst="rect">
            <a:avLst/>
          </a:prstGeom>
          <a:gradFill>
            <a:gsLst>
              <a:gs pos="0">
                <a:srgbClr val="D4BE9B"/>
              </a:gs>
              <a:gs pos="100000">
                <a:srgbClr val="9D7F4F"/>
              </a:gs>
            </a:gsLst>
            <a:lin ang="10801400" scaled="0"/>
          </a:gradFill>
        </p:spPr>
        <p:txBody>
          <a:bodyPr spcFirstLastPara="1" wrap="square" lIns="91425" tIns="91425" rIns="91425" bIns="91425" anchor="b" anchorCtr="0">
            <a:noAutofit/>
          </a:bodyPr>
          <a:lstStyle>
            <a:lvl1pPr lvl="0" algn="ctr" rtl="0">
              <a:lnSpc>
                <a:spcPct val="100000"/>
              </a:lnSpc>
              <a:spcBef>
                <a:spcPts val="0"/>
              </a:spcBef>
              <a:spcAft>
                <a:spcPts val="0"/>
              </a:spcAft>
              <a:buSzPts val="1800"/>
              <a:buNone/>
              <a:defRPr sz="1600">
                <a:solidFill>
                  <a:schemeClr val="dk1"/>
                </a:solidFill>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4495" name="Google Shape;4495;p34"/>
          <p:cNvSpPr txBox="1">
            <a:spLocks noGrp="1"/>
          </p:cNvSpPr>
          <p:nvPr>
            <p:ph type="subTitle" idx="2"/>
          </p:nvPr>
        </p:nvSpPr>
        <p:spPr>
          <a:xfrm>
            <a:off x="2331750" y="2102782"/>
            <a:ext cx="4480500" cy="744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800"/>
              <a:buNone/>
              <a:defRPr>
                <a:solidFill>
                  <a:schemeClr val="dk1"/>
                </a:solidFill>
              </a:defRPr>
            </a:lvl1pPr>
            <a:lvl2pPr lvl="1" algn="ctr" rtl="0">
              <a:lnSpc>
                <a:spcPct val="100000"/>
              </a:lnSpc>
              <a:spcBef>
                <a:spcPts val="0"/>
              </a:spcBef>
              <a:spcAft>
                <a:spcPts val="0"/>
              </a:spcAft>
              <a:buClr>
                <a:schemeClr val="dk1"/>
              </a:buClr>
              <a:buSzPts val="1800"/>
              <a:buNone/>
              <a:defRPr sz="1800">
                <a:solidFill>
                  <a:schemeClr val="dk1"/>
                </a:solidFill>
              </a:defRPr>
            </a:lvl2pPr>
            <a:lvl3pPr lvl="2" algn="ctr" rtl="0">
              <a:lnSpc>
                <a:spcPct val="100000"/>
              </a:lnSpc>
              <a:spcBef>
                <a:spcPts val="0"/>
              </a:spcBef>
              <a:spcAft>
                <a:spcPts val="0"/>
              </a:spcAft>
              <a:buClr>
                <a:schemeClr val="dk1"/>
              </a:buClr>
              <a:buSzPts val="1800"/>
              <a:buNone/>
              <a:defRPr sz="1800">
                <a:solidFill>
                  <a:schemeClr val="dk1"/>
                </a:solidFill>
              </a:defRPr>
            </a:lvl3pPr>
            <a:lvl4pPr lvl="3" algn="ctr" rtl="0">
              <a:lnSpc>
                <a:spcPct val="100000"/>
              </a:lnSpc>
              <a:spcBef>
                <a:spcPts val="0"/>
              </a:spcBef>
              <a:spcAft>
                <a:spcPts val="0"/>
              </a:spcAft>
              <a:buClr>
                <a:schemeClr val="dk1"/>
              </a:buClr>
              <a:buSzPts val="1800"/>
              <a:buNone/>
              <a:defRPr sz="1800">
                <a:solidFill>
                  <a:schemeClr val="dk1"/>
                </a:solidFill>
              </a:defRPr>
            </a:lvl4pPr>
            <a:lvl5pPr lvl="4" algn="ctr" rtl="0">
              <a:lnSpc>
                <a:spcPct val="100000"/>
              </a:lnSpc>
              <a:spcBef>
                <a:spcPts val="0"/>
              </a:spcBef>
              <a:spcAft>
                <a:spcPts val="0"/>
              </a:spcAft>
              <a:buClr>
                <a:schemeClr val="dk1"/>
              </a:buClr>
              <a:buSzPts val="1800"/>
              <a:buNone/>
              <a:defRPr sz="1800">
                <a:solidFill>
                  <a:schemeClr val="dk1"/>
                </a:solidFill>
              </a:defRPr>
            </a:lvl5pPr>
            <a:lvl6pPr lvl="5" algn="ctr" rtl="0">
              <a:lnSpc>
                <a:spcPct val="100000"/>
              </a:lnSpc>
              <a:spcBef>
                <a:spcPts val="0"/>
              </a:spcBef>
              <a:spcAft>
                <a:spcPts val="0"/>
              </a:spcAft>
              <a:buClr>
                <a:schemeClr val="dk1"/>
              </a:buClr>
              <a:buSzPts val="1800"/>
              <a:buNone/>
              <a:defRPr sz="1800">
                <a:solidFill>
                  <a:schemeClr val="dk1"/>
                </a:solidFill>
              </a:defRPr>
            </a:lvl6pPr>
            <a:lvl7pPr lvl="6" algn="ctr" rtl="0">
              <a:lnSpc>
                <a:spcPct val="100000"/>
              </a:lnSpc>
              <a:spcBef>
                <a:spcPts val="0"/>
              </a:spcBef>
              <a:spcAft>
                <a:spcPts val="0"/>
              </a:spcAft>
              <a:buClr>
                <a:schemeClr val="dk1"/>
              </a:buClr>
              <a:buSzPts val="1800"/>
              <a:buNone/>
              <a:defRPr sz="1800">
                <a:solidFill>
                  <a:schemeClr val="dk1"/>
                </a:solidFill>
              </a:defRPr>
            </a:lvl7pPr>
            <a:lvl8pPr lvl="7" algn="ctr" rtl="0">
              <a:lnSpc>
                <a:spcPct val="100000"/>
              </a:lnSpc>
              <a:spcBef>
                <a:spcPts val="0"/>
              </a:spcBef>
              <a:spcAft>
                <a:spcPts val="0"/>
              </a:spcAft>
              <a:buClr>
                <a:schemeClr val="dk1"/>
              </a:buClr>
              <a:buSzPts val="1800"/>
              <a:buNone/>
              <a:defRPr sz="1800">
                <a:solidFill>
                  <a:schemeClr val="dk1"/>
                </a:solidFill>
              </a:defRPr>
            </a:lvl8pPr>
            <a:lvl9pPr lvl="8" algn="ctr" rtl="0">
              <a:lnSpc>
                <a:spcPct val="100000"/>
              </a:lnSpc>
              <a:spcBef>
                <a:spcPts val="0"/>
              </a:spcBef>
              <a:spcAft>
                <a:spcPts val="0"/>
              </a:spcAft>
              <a:buClr>
                <a:schemeClr val="dk1"/>
              </a:buClr>
              <a:buSzPts val="1800"/>
              <a:buNone/>
              <a:defRPr sz="1800">
                <a:solidFill>
                  <a:schemeClr val="dk1"/>
                </a:solidFill>
              </a:defRPr>
            </a:lvl9pPr>
          </a:lstStyle>
          <a:p>
            <a:endParaRPr/>
          </a:p>
        </p:txBody>
      </p:sp>
      <p:sp>
        <p:nvSpPr>
          <p:cNvPr id="4496" name="Google Shape;4496;p34"/>
          <p:cNvSpPr txBox="1"/>
          <p:nvPr/>
        </p:nvSpPr>
        <p:spPr>
          <a:xfrm>
            <a:off x="1920150" y="3830075"/>
            <a:ext cx="5303400" cy="554100"/>
          </a:xfrm>
          <a:prstGeom prst="rect">
            <a:avLst/>
          </a:prstGeom>
          <a:noFill/>
          <a:ln>
            <a:noFill/>
          </a:ln>
        </p:spPr>
        <p:txBody>
          <a:bodyPr spcFirstLastPara="1" wrap="square" lIns="91425" tIns="91425" rIns="91425" bIns="91425" anchor="ctr" anchorCtr="0">
            <a:noAutofit/>
          </a:bodyPr>
          <a:lstStyle/>
          <a:p>
            <a:pPr marL="0" lvl="0" indent="0" algn="ctr" rtl="0">
              <a:spcBef>
                <a:spcPts val="300"/>
              </a:spcBef>
              <a:spcAft>
                <a:spcPts val="0"/>
              </a:spcAft>
              <a:buNone/>
            </a:pPr>
            <a:r>
              <a:rPr lang="en" sz="1000">
                <a:solidFill>
                  <a:schemeClr val="dk1"/>
                </a:solidFill>
                <a:latin typeface="Poppins"/>
                <a:ea typeface="Poppins"/>
                <a:cs typeface="Poppins"/>
                <a:sym typeface="Poppins"/>
              </a:rPr>
              <a:t>CREDITS: This presentation template was created by </a:t>
            </a:r>
            <a:r>
              <a:rPr lang="en" sz="1000" b="1">
                <a:solidFill>
                  <a:schemeClr val="dk1"/>
                </a:solidFill>
                <a:uFill>
                  <a:noFill/>
                </a:uFill>
                <a:latin typeface="Poppins"/>
                <a:ea typeface="Poppins"/>
                <a:cs typeface="Poppins"/>
                <a:sym typeface="Poppins"/>
                <a:hlinkClick r:id="rId2">
                  <a:extLst>
                    <a:ext uri="{A12FA001-AC4F-418D-AE19-62706E023703}">
                      <ahyp:hlinkClr xmlns:ahyp="http://schemas.microsoft.com/office/drawing/2018/hyperlinkcolor" val="tx"/>
                    </a:ext>
                  </a:extLst>
                </a:hlinkClick>
              </a:rPr>
              <a:t>Slidesgo</a:t>
            </a:r>
            <a:r>
              <a:rPr lang="en" sz="1000">
                <a:solidFill>
                  <a:schemeClr val="dk1"/>
                </a:solidFill>
                <a:latin typeface="Poppins"/>
                <a:ea typeface="Poppins"/>
                <a:cs typeface="Poppins"/>
                <a:sym typeface="Poppins"/>
              </a:rPr>
              <a:t>, and includes icons by </a:t>
            </a:r>
            <a:r>
              <a:rPr lang="en" sz="1000" b="1">
                <a:solidFill>
                  <a:schemeClr val="dk1"/>
                </a:solidFill>
                <a:uFill>
                  <a:noFill/>
                </a:uFill>
                <a:latin typeface="Poppins"/>
                <a:ea typeface="Poppins"/>
                <a:cs typeface="Poppins"/>
                <a:sym typeface="Poppins"/>
                <a:hlinkClick r:id="rId3">
                  <a:extLst>
                    <a:ext uri="{A12FA001-AC4F-418D-AE19-62706E023703}">
                      <ahyp:hlinkClr xmlns:ahyp="http://schemas.microsoft.com/office/drawing/2018/hyperlinkcolor" val="tx"/>
                    </a:ext>
                  </a:extLst>
                </a:hlinkClick>
              </a:rPr>
              <a:t>Flaticon</a:t>
            </a:r>
            <a:r>
              <a:rPr lang="en" sz="1000">
                <a:solidFill>
                  <a:schemeClr val="dk1"/>
                </a:solidFill>
                <a:latin typeface="Poppins"/>
                <a:ea typeface="Poppins"/>
                <a:cs typeface="Poppins"/>
                <a:sym typeface="Poppins"/>
              </a:rPr>
              <a:t>, and infographics &amp; images by </a:t>
            </a:r>
            <a:r>
              <a:rPr lang="en" sz="1000" b="1">
                <a:solidFill>
                  <a:schemeClr val="dk1"/>
                </a:solidFill>
                <a:uFill>
                  <a:noFill/>
                </a:uFill>
                <a:latin typeface="Poppins"/>
                <a:ea typeface="Poppins"/>
                <a:cs typeface="Poppins"/>
                <a:sym typeface="Poppins"/>
                <a:hlinkClick r:id="rId4">
                  <a:extLst>
                    <a:ext uri="{A12FA001-AC4F-418D-AE19-62706E023703}">
                      <ahyp:hlinkClr xmlns:ahyp="http://schemas.microsoft.com/office/drawing/2018/hyperlinkcolor" val="tx"/>
                    </a:ext>
                  </a:extLst>
                </a:hlinkClick>
              </a:rPr>
              <a:t>Freepik</a:t>
            </a:r>
            <a:endParaRPr sz="1000" b="1">
              <a:solidFill>
                <a:schemeClr val="dk1"/>
              </a:solidFill>
              <a:latin typeface="Poppins"/>
              <a:ea typeface="Poppins"/>
              <a:cs typeface="Poppins"/>
              <a:sym typeface="Poppins"/>
            </a:endParaRPr>
          </a:p>
        </p:txBody>
      </p:sp>
      <p:grpSp>
        <p:nvGrpSpPr>
          <p:cNvPr id="4497" name="Google Shape;4497;p34"/>
          <p:cNvGrpSpPr/>
          <p:nvPr/>
        </p:nvGrpSpPr>
        <p:grpSpPr>
          <a:xfrm>
            <a:off x="444125" y="539500"/>
            <a:ext cx="8255750" cy="3977900"/>
            <a:chOff x="444125" y="539500"/>
            <a:chExt cx="8255750" cy="3977900"/>
          </a:xfrm>
        </p:grpSpPr>
        <p:cxnSp>
          <p:nvCxnSpPr>
            <p:cNvPr id="4498" name="Google Shape;4498;p34"/>
            <p:cNvCxnSpPr/>
            <p:nvPr/>
          </p:nvCxnSpPr>
          <p:spPr>
            <a:xfrm rot="10800000">
              <a:off x="444125" y="2299800"/>
              <a:ext cx="0" cy="2217600"/>
            </a:xfrm>
            <a:prstGeom prst="straightConnector1">
              <a:avLst/>
            </a:prstGeom>
            <a:noFill/>
            <a:ln w="9525" cap="flat" cmpd="sng">
              <a:solidFill>
                <a:schemeClr val="dk2"/>
              </a:solidFill>
              <a:prstDash val="solid"/>
              <a:round/>
              <a:headEnd type="none" w="med" len="med"/>
              <a:tailEnd type="none" w="med" len="med"/>
            </a:ln>
          </p:spPr>
        </p:cxnSp>
        <p:cxnSp>
          <p:nvCxnSpPr>
            <p:cNvPr id="4499" name="Google Shape;4499;p34"/>
            <p:cNvCxnSpPr/>
            <p:nvPr/>
          </p:nvCxnSpPr>
          <p:spPr>
            <a:xfrm rot="10800000">
              <a:off x="8699875" y="539500"/>
              <a:ext cx="0" cy="292080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10">
    <p:bg>
      <p:bgPr>
        <a:gradFill>
          <a:gsLst>
            <a:gs pos="0">
              <a:schemeClr val="accent1"/>
            </a:gs>
            <a:gs pos="100000">
              <a:schemeClr val="lt1"/>
            </a:gs>
          </a:gsLst>
          <a:path path="circle">
            <a:fillToRect l="50000" t="50000" r="50000" b="50000"/>
          </a:path>
          <a:tileRect/>
        </a:gradFill>
        <a:effectLst/>
      </p:bgPr>
    </p:bg>
    <p:spTree>
      <p:nvGrpSpPr>
        <p:cNvPr id="1" name="Shape 4500"/>
        <p:cNvGrpSpPr/>
        <p:nvPr/>
      </p:nvGrpSpPr>
      <p:grpSpPr>
        <a:xfrm>
          <a:off x="0" y="0"/>
          <a:ext cx="0" cy="0"/>
          <a:chOff x="0" y="0"/>
          <a:chExt cx="0" cy="0"/>
        </a:xfrm>
      </p:grpSpPr>
      <p:grpSp>
        <p:nvGrpSpPr>
          <p:cNvPr id="4501" name="Google Shape;4501;p35"/>
          <p:cNvGrpSpPr/>
          <p:nvPr/>
        </p:nvGrpSpPr>
        <p:grpSpPr>
          <a:xfrm>
            <a:off x="2" y="46"/>
            <a:ext cx="9143710" cy="5143425"/>
            <a:chOff x="2" y="-41"/>
            <a:chExt cx="9143710" cy="5143425"/>
          </a:xfrm>
        </p:grpSpPr>
        <p:sp>
          <p:nvSpPr>
            <p:cNvPr id="4502" name="Google Shape;4502;p35"/>
            <p:cNvSpPr/>
            <p:nvPr/>
          </p:nvSpPr>
          <p:spPr>
            <a:xfrm>
              <a:off x="2" y="-41"/>
              <a:ext cx="608631" cy="574350"/>
            </a:xfrm>
            <a:custGeom>
              <a:avLst/>
              <a:gdLst/>
              <a:ahLst/>
              <a:cxnLst/>
              <a:rect l="l" t="t" r="r" b="b"/>
              <a:pathLst>
                <a:path w="11345" h="10706" extrusionOk="0">
                  <a:moveTo>
                    <a:pt x="5661" y="10705"/>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03" name="Google Shape;4503;p35"/>
            <p:cNvSpPr/>
            <p:nvPr/>
          </p:nvSpPr>
          <p:spPr>
            <a:xfrm>
              <a:off x="609169" y="-41"/>
              <a:ext cx="609221" cy="574350"/>
            </a:xfrm>
            <a:custGeom>
              <a:avLst/>
              <a:gdLst/>
              <a:ahLst/>
              <a:cxnLst/>
              <a:rect l="l" t="t" r="r" b="b"/>
              <a:pathLst>
                <a:path w="11356" h="10706" extrusionOk="0">
                  <a:moveTo>
                    <a:pt x="5684" y="10705"/>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04" name="Google Shape;4504;p35"/>
            <p:cNvSpPr/>
            <p:nvPr/>
          </p:nvSpPr>
          <p:spPr>
            <a:xfrm>
              <a:off x="1218980" y="-41"/>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05" name="Google Shape;4505;p35"/>
            <p:cNvSpPr/>
            <p:nvPr/>
          </p:nvSpPr>
          <p:spPr>
            <a:xfrm>
              <a:off x="1828738" y="-41"/>
              <a:ext cx="608631" cy="574350"/>
            </a:xfrm>
            <a:custGeom>
              <a:avLst/>
              <a:gdLst/>
              <a:ahLst/>
              <a:cxnLst/>
              <a:rect l="l" t="t" r="r" b="b"/>
              <a:pathLst>
                <a:path w="11345" h="10706" extrusionOk="0">
                  <a:moveTo>
                    <a:pt x="5684" y="10705"/>
                  </a:moveTo>
                  <a:lnTo>
                    <a:pt x="1" y="5341"/>
                  </a:lnTo>
                  <a:lnTo>
                    <a:pt x="5684"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06" name="Google Shape;4506;p35"/>
            <p:cNvSpPr/>
            <p:nvPr/>
          </p:nvSpPr>
          <p:spPr>
            <a:xfrm>
              <a:off x="2439139" y="-41"/>
              <a:ext cx="608631" cy="574350"/>
            </a:xfrm>
            <a:custGeom>
              <a:avLst/>
              <a:gdLst/>
              <a:ahLst/>
              <a:cxnLst/>
              <a:rect l="l" t="t" r="r" b="b"/>
              <a:pathLst>
                <a:path w="11345" h="10706" extrusionOk="0">
                  <a:moveTo>
                    <a:pt x="5672" y="10705"/>
                  </a:moveTo>
                  <a:lnTo>
                    <a:pt x="1"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07" name="Google Shape;4507;p35"/>
            <p:cNvSpPr/>
            <p:nvPr/>
          </p:nvSpPr>
          <p:spPr>
            <a:xfrm>
              <a:off x="3048950" y="-41"/>
              <a:ext cx="608577" cy="574350"/>
            </a:xfrm>
            <a:custGeom>
              <a:avLst/>
              <a:gdLst/>
              <a:ahLst/>
              <a:cxnLst/>
              <a:rect l="l" t="t" r="r" b="b"/>
              <a:pathLst>
                <a:path w="11344" h="10706" extrusionOk="0">
                  <a:moveTo>
                    <a:pt x="5661" y="10705"/>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08" name="Google Shape;4508;p35"/>
            <p:cNvSpPr/>
            <p:nvPr/>
          </p:nvSpPr>
          <p:spPr>
            <a:xfrm>
              <a:off x="3658117" y="-41"/>
              <a:ext cx="609221" cy="574350"/>
            </a:xfrm>
            <a:custGeom>
              <a:avLst/>
              <a:gdLst/>
              <a:ahLst/>
              <a:cxnLst/>
              <a:rect l="l" t="t" r="r" b="b"/>
              <a:pathLst>
                <a:path w="11356" h="10706" extrusionOk="0">
                  <a:moveTo>
                    <a:pt x="5684" y="10705"/>
                  </a:moveTo>
                  <a:lnTo>
                    <a:pt x="0" y="5341"/>
                  </a:lnTo>
                  <a:lnTo>
                    <a:pt x="5684"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09" name="Google Shape;4509;p35"/>
            <p:cNvSpPr/>
            <p:nvPr/>
          </p:nvSpPr>
          <p:spPr>
            <a:xfrm>
              <a:off x="4267875" y="-41"/>
              <a:ext cx="609221" cy="574350"/>
            </a:xfrm>
            <a:custGeom>
              <a:avLst/>
              <a:gdLst/>
              <a:ahLst/>
              <a:cxnLst/>
              <a:rect l="l" t="t" r="r" b="b"/>
              <a:pathLst>
                <a:path w="11356" h="10706" extrusionOk="0">
                  <a:moveTo>
                    <a:pt x="5684" y="10705"/>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10" name="Google Shape;4510;p35"/>
            <p:cNvSpPr/>
            <p:nvPr/>
          </p:nvSpPr>
          <p:spPr>
            <a:xfrm>
              <a:off x="4878276" y="-41"/>
              <a:ext cx="609221" cy="574350"/>
            </a:xfrm>
            <a:custGeom>
              <a:avLst/>
              <a:gdLst/>
              <a:ahLst/>
              <a:cxnLst/>
              <a:rect l="l" t="t" r="r" b="b"/>
              <a:pathLst>
                <a:path w="11356" h="10706" extrusionOk="0">
                  <a:moveTo>
                    <a:pt x="5673" y="10705"/>
                  </a:moveTo>
                  <a:lnTo>
                    <a:pt x="1" y="5341"/>
                  </a:lnTo>
                  <a:lnTo>
                    <a:pt x="5673"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11" name="Google Shape;4511;p35"/>
            <p:cNvSpPr/>
            <p:nvPr/>
          </p:nvSpPr>
          <p:spPr>
            <a:xfrm>
              <a:off x="5488087" y="-41"/>
              <a:ext cx="608631" cy="574350"/>
            </a:xfrm>
            <a:custGeom>
              <a:avLst/>
              <a:gdLst/>
              <a:ahLst/>
              <a:cxnLst/>
              <a:rect l="l" t="t" r="r" b="b"/>
              <a:pathLst>
                <a:path w="11345" h="10706" extrusionOk="0">
                  <a:moveTo>
                    <a:pt x="5672" y="10705"/>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12" name="Google Shape;4512;p35"/>
            <p:cNvSpPr/>
            <p:nvPr/>
          </p:nvSpPr>
          <p:spPr>
            <a:xfrm>
              <a:off x="6097845" y="-41"/>
              <a:ext cx="608631" cy="574350"/>
            </a:xfrm>
            <a:custGeom>
              <a:avLst/>
              <a:gdLst/>
              <a:ahLst/>
              <a:cxnLst/>
              <a:rect l="l" t="t" r="r" b="b"/>
              <a:pathLst>
                <a:path w="11345" h="10706" extrusionOk="0">
                  <a:moveTo>
                    <a:pt x="5661" y="10705"/>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13" name="Google Shape;4513;p35"/>
            <p:cNvSpPr/>
            <p:nvPr/>
          </p:nvSpPr>
          <p:spPr>
            <a:xfrm>
              <a:off x="6707066" y="-41"/>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14" name="Google Shape;4514;p35"/>
            <p:cNvSpPr/>
            <p:nvPr/>
          </p:nvSpPr>
          <p:spPr>
            <a:xfrm>
              <a:off x="2" y="571144"/>
              <a:ext cx="608631" cy="574350"/>
            </a:xfrm>
            <a:custGeom>
              <a:avLst/>
              <a:gdLst/>
              <a:ahLst/>
              <a:cxnLst/>
              <a:rect l="l" t="t" r="r" b="b"/>
              <a:pathLst>
                <a:path w="11345" h="10706" extrusionOk="0">
                  <a:moveTo>
                    <a:pt x="5661" y="10706"/>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15" name="Google Shape;4515;p35"/>
            <p:cNvSpPr/>
            <p:nvPr/>
          </p:nvSpPr>
          <p:spPr>
            <a:xfrm>
              <a:off x="609169" y="571144"/>
              <a:ext cx="609221" cy="574350"/>
            </a:xfrm>
            <a:custGeom>
              <a:avLst/>
              <a:gdLst/>
              <a:ahLst/>
              <a:cxnLst/>
              <a:rect l="l" t="t" r="r" b="b"/>
              <a:pathLst>
                <a:path w="11356" h="10706" extrusionOk="0">
                  <a:moveTo>
                    <a:pt x="5684" y="10706"/>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16" name="Google Shape;4516;p35"/>
            <p:cNvSpPr/>
            <p:nvPr/>
          </p:nvSpPr>
          <p:spPr>
            <a:xfrm>
              <a:off x="1218980" y="571144"/>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17" name="Google Shape;4517;p35"/>
            <p:cNvSpPr/>
            <p:nvPr/>
          </p:nvSpPr>
          <p:spPr>
            <a:xfrm>
              <a:off x="1828738" y="571144"/>
              <a:ext cx="608631" cy="574350"/>
            </a:xfrm>
            <a:custGeom>
              <a:avLst/>
              <a:gdLst/>
              <a:ahLst/>
              <a:cxnLst/>
              <a:rect l="l" t="t" r="r" b="b"/>
              <a:pathLst>
                <a:path w="11345" h="10706" extrusionOk="0">
                  <a:moveTo>
                    <a:pt x="5684" y="10706"/>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18" name="Google Shape;4518;p35"/>
            <p:cNvSpPr/>
            <p:nvPr/>
          </p:nvSpPr>
          <p:spPr>
            <a:xfrm>
              <a:off x="2439139" y="571144"/>
              <a:ext cx="608631" cy="574350"/>
            </a:xfrm>
            <a:custGeom>
              <a:avLst/>
              <a:gdLst/>
              <a:ahLst/>
              <a:cxnLst/>
              <a:rect l="l" t="t" r="r" b="b"/>
              <a:pathLst>
                <a:path w="11345" h="10706" extrusionOk="0">
                  <a:moveTo>
                    <a:pt x="5672" y="10706"/>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19" name="Google Shape;4519;p35"/>
            <p:cNvSpPr/>
            <p:nvPr/>
          </p:nvSpPr>
          <p:spPr>
            <a:xfrm>
              <a:off x="3048950" y="571144"/>
              <a:ext cx="608577" cy="574350"/>
            </a:xfrm>
            <a:custGeom>
              <a:avLst/>
              <a:gdLst/>
              <a:ahLst/>
              <a:cxnLst/>
              <a:rect l="l" t="t" r="r" b="b"/>
              <a:pathLst>
                <a:path w="11344" h="10706" extrusionOk="0">
                  <a:moveTo>
                    <a:pt x="5661" y="10706"/>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20" name="Google Shape;4520;p35"/>
            <p:cNvSpPr/>
            <p:nvPr/>
          </p:nvSpPr>
          <p:spPr>
            <a:xfrm>
              <a:off x="3658117" y="571144"/>
              <a:ext cx="609221" cy="574350"/>
            </a:xfrm>
            <a:custGeom>
              <a:avLst/>
              <a:gdLst/>
              <a:ahLst/>
              <a:cxnLst/>
              <a:rect l="l" t="t" r="r" b="b"/>
              <a:pathLst>
                <a:path w="11356" h="10706" extrusionOk="0">
                  <a:moveTo>
                    <a:pt x="5684" y="10706"/>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21" name="Google Shape;4521;p35"/>
            <p:cNvSpPr/>
            <p:nvPr/>
          </p:nvSpPr>
          <p:spPr>
            <a:xfrm>
              <a:off x="4267875" y="571144"/>
              <a:ext cx="609221" cy="574350"/>
            </a:xfrm>
            <a:custGeom>
              <a:avLst/>
              <a:gdLst/>
              <a:ahLst/>
              <a:cxnLst/>
              <a:rect l="l" t="t" r="r" b="b"/>
              <a:pathLst>
                <a:path w="11356" h="10706" extrusionOk="0">
                  <a:moveTo>
                    <a:pt x="5684" y="10706"/>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22" name="Google Shape;4522;p35"/>
            <p:cNvSpPr/>
            <p:nvPr/>
          </p:nvSpPr>
          <p:spPr>
            <a:xfrm>
              <a:off x="4878276" y="571144"/>
              <a:ext cx="609221" cy="574350"/>
            </a:xfrm>
            <a:custGeom>
              <a:avLst/>
              <a:gdLst/>
              <a:ahLst/>
              <a:cxnLst/>
              <a:rect l="l" t="t" r="r" b="b"/>
              <a:pathLst>
                <a:path w="11356" h="10706" extrusionOk="0">
                  <a:moveTo>
                    <a:pt x="5673" y="10706"/>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23" name="Google Shape;4523;p35"/>
            <p:cNvSpPr/>
            <p:nvPr/>
          </p:nvSpPr>
          <p:spPr>
            <a:xfrm>
              <a:off x="5488087" y="571144"/>
              <a:ext cx="608631" cy="574350"/>
            </a:xfrm>
            <a:custGeom>
              <a:avLst/>
              <a:gdLst/>
              <a:ahLst/>
              <a:cxnLst/>
              <a:rect l="l" t="t" r="r" b="b"/>
              <a:pathLst>
                <a:path w="11345" h="10706" extrusionOk="0">
                  <a:moveTo>
                    <a:pt x="5672" y="10706"/>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24" name="Google Shape;4524;p35"/>
            <p:cNvSpPr/>
            <p:nvPr/>
          </p:nvSpPr>
          <p:spPr>
            <a:xfrm>
              <a:off x="6097845" y="571144"/>
              <a:ext cx="608631" cy="574350"/>
            </a:xfrm>
            <a:custGeom>
              <a:avLst/>
              <a:gdLst/>
              <a:ahLst/>
              <a:cxnLst/>
              <a:rect l="l" t="t" r="r" b="b"/>
              <a:pathLst>
                <a:path w="11345" h="10706" extrusionOk="0">
                  <a:moveTo>
                    <a:pt x="5661" y="10706"/>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25" name="Google Shape;4525;p35"/>
            <p:cNvSpPr/>
            <p:nvPr/>
          </p:nvSpPr>
          <p:spPr>
            <a:xfrm>
              <a:off x="6707066" y="571144"/>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26" name="Google Shape;4526;p35"/>
            <p:cNvSpPr/>
            <p:nvPr/>
          </p:nvSpPr>
          <p:spPr>
            <a:xfrm>
              <a:off x="2" y="1142382"/>
              <a:ext cx="608631" cy="573706"/>
            </a:xfrm>
            <a:custGeom>
              <a:avLst/>
              <a:gdLst/>
              <a:ahLst/>
              <a:cxnLst/>
              <a:rect l="l" t="t" r="r" b="b"/>
              <a:pathLst>
                <a:path w="11345" h="10694" extrusionOk="0">
                  <a:moveTo>
                    <a:pt x="5661" y="10694"/>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27" name="Google Shape;4527;p35"/>
            <p:cNvSpPr/>
            <p:nvPr/>
          </p:nvSpPr>
          <p:spPr>
            <a:xfrm>
              <a:off x="609169" y="1142382"/>
              <a:ext cx="609221" cy="573706"/>
            </a:xfrm>
            <a:custGeom>
              <a:avLst/>
              <a:gdLst/>
              <a:ahLst/>
              <a:cxnLst/>
              <a:rect l="l" t="t" r="r" b="b"/>
              <a:pathLst>
                <a:path w="11356" h="10694" extrusionOk="0">
                  <a:moveTo>
                    <a:pt x="5684" y="10694"/>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28" name="Google Shape;4528;p35"/>
            <p:cNvSpPr/>
            <p:nvPr/>
          </p:nvSpPr>
          <p:spPr>
            <a:xfrm>
              <a:off x="1218980" y="1142382"/>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29" name="Google Shape;4529;p35"/>
            <p:cNvSpPr/>
            <p:nvPr/>
          </p:nvSpPr>
          <p:spPr>
            <a:xfrm>
              <a:off x="1828738" y="1142382"/>
              <a:ext cx="608631" cy="573706"/>
            </a:xfrm>
            <a:custGeom>
              <a:avLst/>
              <a:gdLst/>
              <a:ahLst/>
              <a:cxnLst/>
              <a:rect l="l" t="t" r="r" b="b"/>
              <a:pathLst>
                <a:path w="11345" h="10694" extrusionOk="0">
                  <a:moveTo>
                    <a:pt x="5684" y="10694"/>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30" name="Google Shape;4530;p35"/>
            <p:cNvSpPr/>
            <p:nvPr/>
          </p:nvSpPr>
          <p:spPr>
            <a:xfrm>
              <a:off x="2439139" y="1142382"/>
              <a:ext cx="608631" cy="573706"/>
            </a:xfrm>
            <a:custGeom>
              <a:avLst/>
              <a:gdLst/>
              <a:ahLst/>
              <a:cxnLst/>
              <a:rect l="l" t="t" r="r" b="b"/>
              <a:pathLst>
                <a:path w="11345" h="10694" extrusionOk="0">
                  <a:moveTo>
                    <a:pt x="5672" y="10694"/>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31" name="Google Shape;4531;p35"/>
            <p:cNvSpPr/>
            <p:nvPr/>
          </p:nvSpPr>
          <p:spPr>
            <a:xfrm>
              <a:off x="3048950" y="1142382"/>
              <a:ext cx="608577" cy="573706"/>
            </a:xfrm>
            <a:custGeom>
              <a:avLst/>
              <a:gdLst/>
              <a:ahLst/>
              <a:cxnLst/>
              <a:rect l="l" t="t" r="r" b="b"/>
              <a:pathLst>
                <a:path w="11344" h="10694" extrusionOk="0">
                  <a:moveTo>
                    <a:pt x="5661" y="10694"/>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32" name="Google Shape;4532;p35"/>
            <p:cNvSpPr/>
            <p:nvPr/>
          </p:nvSpPr>
          <p:spPr>
            <a:xfrm>
              <a:off x="3658117" y="1142382"/>
              <a:ext cx="609221" cy="573706"/>
            </a:xfrm>
            <a:custGeom>
              <a:avLst/>
              <a:gdLst/>
              <a:ahLst/>
              <a:cxnLst/>
              <a:rect l="l" t="t" r="r" b="b"/>
              <a:pathLst>
                <a:path w="11356" h="10694" extrusionOk="0">
                  <a:moveTo>
                    <a:pt x="5684" y="10694"/>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33" name="Google Shape;4533;p35"/>
            <p:cNvSpPr/>
            <p:nvPr/>
          </p:nvSpPr>
          <p:spPr>
            <a:xfrm>
              <a:off x="4267875" y="1142382"/>
              <a:ext cx="609221" cy="573706"/>
            </a:xfrm>
            <a:custGeom>
              <a:avLst/>
              <a:gdLst/>
              <a:ahLst/>
              <a:cxnLst/>
              <a:rect l="l" t="t" r="r" b="b"/>
              <a:pathLst>
                <a:path w="11356" h="10694" extrusionOk="0">
                  <a:moveTo>
                    <a:pt x="5684" y="10694"/>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34" name="Google Shape;4534;p35"/>
            <p:cNvSpPr/>
            <p:nvPr/>
          </p:nvSpPr>
          <p:spPr>
            <a:xfrm>
              <a:off x="4878276" y="1142382"/>
              <a:ext cx="609221" cy="573706"/>
            </a:xfrm>
            <a:custGeom>
              <a:avLst/>
              <a:gdLst/>
              <a:ahLst/>
              <a:cxnLst/>
              <a:rect l="l" t="t" r="r" b="b"/>
              <a:pathLst>
                <a:path w="11356" h="10694" extrusionOk="0">
                  <a:moveTo>
                    <a:pt x="5673" y="10694"/>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35" name="Google Shape;4535;p35"/>
            <p:cNvSpPr/>
            <p:nvPr/>
          </p:nvSpPr>
          <p:spPr>
            <a:xfrm>
              <a:off x="5488087" y="1142382"/>
              <a:ext cx="608631" cy="573706"/>
            </a:xfrm>
            <a:custGeom>
              <a:avLst/>
              <a:gdLst/>
              <a:ahLst/>
              <a:cxnLst/>
              <a:rect l="l" t="t" r="r" b="b"/>
              <a:pathLst>
                <a:path w="11345" h="10694" extrusionOk="0">
                  <a:moveTo>
                    <a:pt x="5672" y="10694"/>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36" name="Google Shape;4536;p35"/>
            <p:cNvSpPr/>
            <p:nvPr/>
          </p:nvSpPr>
          <p:spPr>
            <a:xfrm>
              <a:off x="6097845" y="1142382"/>
              <a:ext cx="608631" cy="573706"/>
            </a:xfrm>
            <a:custGeom>
              <a:avLst/>
              <a:gdLst/>
              <a:ahLst/>
              <a:cxnLst/>
              <a:rect l="l" t="t" r="r" b="b"/>
              <a:pathLst>
                <a:path w="11345" h="10694" extrusionOk="0">
                  <a:moveTo>
                    <a:pt x="5661" y="10694"/>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37" name="Google Shape;4537;p35"/>
            <p:cNvSpPr/>
            <p:nvPr/>
          </p:nvSpPr>
          <p:spPr>
            <a:xfrm>
              <a:off x="6707066" y="1142382"/>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38" name="Google Shape;4538;p35"/>
            <p:cNvSpPr/>
            <p:nvPr/>
          </p:nvSpPr>
          <p:spPr>
            <a:xfrm>
              <a:off x="2" y="1712977"/>
              <a:ext cx="608631" cy="574350"/>
            </a:xfrm>
            <a:custGeom>
              <a:avLst/>
              <a:gdLst/>
              <a:ahLst/>
              <a:cxnLst/>
              <a:rect l="l" t="t" r="r" b="b"/>
              <a:pathLst>
                <a:path w="11345" h="10706" extrusionOk="0">
                  <a:moveTo>
                    <a:pt x="5661" y="10705"/>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39" name="Google Shape;4539;p35"/>
            <p:cNvSpPr/>
            <p:nvPr/>
          </p:nvSpPr>
          <p:spPr>
            <a:xfrm>
              <a:off x="609169" y="1712977"/>
              <a:ext cx="609221" cy="574350"/>
            </a:xfrm>
            <a:custGeom>
              <a:avLst/>
              <a:gdLst/>
              <a:ahLst/>
              <a:cxnLst/>
              <a:rect l="l" t="t" r="r" b="b"/>
              <a:pathLst>
                <a:path w="11356" h="10706" extrusionOk="0">
                  <a:moveTo>
                    <a:pt x="5684" y="10705"/>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40" name="Google Shape;4540;p35"/>
            <p:cNvSpPr/>
            <p:nvPr/>
          </p:nvSpPr>
          <p:spPr>
            <a:xfrm>
              <a:off x="1218980" y="1712977"/>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41" name="Google Shape;4541;p35"/>
            <p:cNvSpPr/>
            <p:nvPr/>
          </p:nvSpPr>
          <p:spPr>
            <a:xfrm>
              <a:off x="1828738" y="1712977"/>
              <a:ext cx="608631" cy="574350"/>
            </a:xfrm>
            <a:custGeom>
              <a:avLst/>
              <a:gdLst/>
              <a:ahLst/>
              <a:cxnLst/>
              <a:rect l="l" t="t" r="r" b="b"/>
              <a:pathLst>
                <a:path w="11345" h="10706" extrusionOk="0">
                  <a:moveTo>
                    <a:pt x="5684" y="10705"/>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42" name="Google Shape;4542;p35"/>
            <p:cNvSpPr/>
            <p:nvPr/>
          </p:nvSpPr>
          <p:spPr>
            <a:xfrm>
              <a:off x="2439139" y="1712977"/>
              <a:ext cx="608631" cy="574350"/>
            </a:xfrm>
            <a:custGeom>
              <a:avLst/>
              <a:gdLst/>
              <a:ahLst/>
              <a:cxnLst/>
              <a:rect l="l" t="t" r="r" b="b"/>
              <a:pathLst>
                <a:path w="11345" h="10706" extrusionOk="0">
                  <a:moveTo>
                    <a:pt x="5672" y="10705"/>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43" name="Google Shape;4543;p35"/>
            <p:cNvSpPr/>
            <p:nvPr/>
          </p:nvSpPr>
          <p:spPr>
            <a:xfrm>
              <a:off x="3048950" y="1712977"/>
              <a:ext cx="608577" cy="574350"/>
            </a:xfrm>
            <a:custGeom>
              <a:avLst/>
              <a:gdLst/>
              <a:ahLst/>
              <a:cxnLst/>
              <a:rect l="l" t="t" r="r" b="b"/>
              <a:pathLst>
                <a:path w="11344" h="10706" extrusionOk="0">
                  <a:moveTo>
                    <a:pt x="5661" y="10705"/>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44" name="Google Shape;4544;p35"/>
            <p:cNvSpPr/>
            <p:nvPr/>
          </p:nvSpPr>
          <p:spPr>
            <a:xfrm>
              <a:off x="3658117" y="1712977"/>
              <a:ext cx="609221" cy="574350"/>
            </a:xfrm>
            <a:custGeom>
              <a:avLst/>
              <a:gdLst/>
              <a:ahLst/>
              <a:cxnLst/>
              <a:rect l="l" t="t" r="r" b="b"/>
              <a:pathLst>
                <a:path w="11356" h="10706" extrusionOk="0">
                  <a:moveTo>
                    <a:pt x="5684" y="10705"/>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45" name="Google Shape;4545;p35"/>
            <p:cNvSpPr/>
            <p:nvPr/>
          </p:nvSpPr>
          <p:spPr>
            <a:xfrm>
              <a:off x="4267875" y="1712977"/>
              <a:ext cx="609221" cy="574350"/>
            </a:xfrm>
            <a:custGeom>
              <a:avLst/>
              <a:gdLst/>
              <a:ahLst/>
              <a:cxnLst/>
              <a:rect l="l" t="t" r="r" b="b"/>
              <a:pathLst>
                <a:path w="11356" h="10706" extrusionOk="0">
                  <a:moveTo>
                    <a:pt x="5684" y="10705"/>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46" name="Google Shape;4546;p35"/>
            <p:cNvSpPr/>
            <p:nvPr/>
          </p:nvSpPr>
          <p:spPr>
            <a:xfrm>
              <a:off x="4878276" y="1712977"/>
              <a:ext cx="609221" cy="574350"/>
            </a:xfrm>
            <a:custGeom>
              <a:avLst/>
              <a:gdLst/>
              <a:ahLst/>
              <a:cxnLst/>
              <a:rect l="l" t="t" r="r" b="b"/>
              <a:pathLst>
                <a:path w="11356" h="10706" extrusionOk="0">
                  <a:moveTo>
                    <a:pt x="5673" y="10705"/>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47" name="Google Shape;4547;p35"/>
            <p:cNvSpPr/>
            <p:nvPr/>
          </p:nvSpPr>
          <p:spPr>
            <a:xfrm>
              <a:off x="5488087" y="1712977"/>
              <a:ext cx="608631" cy="574350"/>
            </a:xfrm>
            <a:custGeom>
              <a:avLst/>
              <a:gdLst/>
              <a:ahLst/>
              <a:cxnLst/>
              <a:rect l="l" t="t" r="r" b="b"/>
              <a:pathLst>
                <a:path w="11345" h="10706" extrusionOk="0">
                  <a:moveTo>
                    <a:pt x="5672" y="10705"/>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48" name="Google Shape;4548;p35"/>
            <p:cNvSpPr/>
            <p:nvPr/>
          </p:nvSpPr>
          <p:spPr>
            <a:xfrm>
              <a:off x="6097845" y="1712977"/>
              <a:ext cx="608631" cy="574350"/>
            </a:xfrm>
            <a:custGeom>
              <a:avLst/>
              <a:gdLst/>
              <a:ahLst/>
              <a:cxnLst/>
              <a:rect l="l" t="t" r="r" b="b"/>
              <a:pathLst>
                <a:path w="11345" h="10706" extrusionOk="0">
                  <a:moveTo>
                    <a:pt x="5661" y="10705"/>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49" name="Google Shape;4549;p35"/>
            <p:cNvSpPr/>
            <p:nvPr/>
          </p:nvSpPr>
          <p:spPr>
            <a:xfrm>
              <a:off x="6707066" y="1712977"/>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50" name="Google Shape;4550;p35"/>
            <p:cNvSpPr/>
            <p:nvPr/>
          </p:nvSpPr>
          <p:spPr>
            <a:xfrm>
              <a:off x="2" y="2284216"/>
              <a:ext cx="608631" cy="574940"/>
            </a:xfrm>
            <a:custGeom>
              <a:avLst/>
              <a:gdLst/>
              <a:ahLst/>
              <a:cxnLst/>
              <a:rect l="l" t="t" r="r" b="b"/>
              <a:pathLst>
                <a:path w="11345" h="10717" extrusionOk="0">
                  <a:moveTo>
                    <a:pt x="5661" y="10716"/>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51" name="Google Shape;4551;p35"/>
            <p:cNvSpPr/>
            <p:nvPr/>
          </p:nvSpPr>
          <p:spPr>
            <a:xfrm>
              <a:off x="609169" y="2284216"/>
              <a:ext cx="609221" cy="574940"/>
            </a:xfrm>
            <a:custGeom>
              <a:avLst/>
              <a:gdLst/>
              <a:ahLst/>
              <a:cxnLst/>
              <a:rect l="l" t="t" r="r" b="b"/>
              <a:pathLst>
                <a:path w="11356" h="10717" extrusionOk="0">
                  <a:moveTo>
                    <a:pt x="5684" y="10716"/>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52" name="Google Shape;4552;p35"/>
            <p:cNvSpPr/>
            <p:nvPr/>
          </p:nvSpPr>
          <p:spPr>
            <a:xfrm>
              <a:off x="1218980" y="2284216"/>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53" name="Google Shape;4553;p35"/>
            <p:cNvSpPr/>
            <p:nvPr/>
          </p:nvSpPr>
          <p:spPr>
            <a:xfrm>
              <a:off x="1828738" y="2284216"/>
              <a:ext cx="608631" cy="574940"/>
            </a:xfrm>
            <a:custGeom>
              <a:avLst/>
              <a:gdLst/>
              <a:ahLst/>
              <a:cxnLst/>
              <a:rect l="l" t="t" r="r" b="b"/>
              <a:pathLst>
                <a:path w="11345" h="10717" extrusionOk="0">
                  <a:moveTo>
                    <a:pt x="5684" y="10716"/>
                  </a:moveTo>
                  <a:lnTo>
                    <a:pt x="1" y="5352"/>
                  </a:lnTo>
                  <a:lnTo>
                    <a:pt x="5684"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54" name="Google Shape;4554;p35"/>
            <p:cNvSpPr/>
            <p:nvPr/>
          </p:nvSpPr>
          <p:spPr>
            <a:xfrm>
              <a:off x="2439139" y="2284216"/>
              <a:ext cx="608631" cy="574940"/>
            </a:xfrm>
            <a:custGeom>
              <a:avLst/>
              <a:gdLst/>
              <a:ahLst/>
              <a:cxnLst/>
              <a:rect l="l" t="t" r="r" b="b"/>
              <a:pathLst>
                <a:path w="11345" h="10717" extrusionOk="0">
                  <a:moveTo>
                    <a:pt x="5672" y="10716"/>
                  </a:moveTo>
                  <a:lnTo>
                    <a:pt x="1"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55" name="Google Shape;4555;p35"/>
            <p:cNvSpPr/>
            <p:nvPr/>
          </p:nvSpPr>
          <p:spPr>
            <a:xfrm>
              <a:off x="3048950" y="2284216"/>
              <a:ext cx="608577" cy="574940"/>
            </a:xfrm>
            <a:custGeom>
              <a:avLst/>
              <a:gdLst/>
              <a:ahLst/>
              <a:cxnLst/>
              <a:rect l="l" t="t" r="r" b="b"/>
              <a:pathLst>
                <a:path w="11344" h="10717" extrusionOk="0">
                  <a:moveTo>
                    <a:pt x="5661" y="10716"/>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56" name="Google Shape;4556;p35"/>
            <p:cNvSpPr/>
            <p:nvPr/>
          </p:nvSpPr>
          <p:spPr>
            <a:xfrm>
              <a:off x="3658117" y="2284216"/>
              <a:ext cx="609221" cy="574940"/>
            </a:xfrm>
            <a:custGeom>
              <a:avLst/>
              <a:gdLst/>
              <a:ahLst/>
              <a:cxnLst/>
              <a:rect l="l" t="t" r="r" b="b"/>
              <a:pathLst>
                <a:path w="11356" h="10717" extrusionOk="0">
                  <a:moveTo>
                    <a:pt x="5684" y="10716"/>
                  </a:moveTo>
                  <a:lnTo>
                    <a:pt x="0" y="5352"/>
                  </a:lnTo>
                  <a:lnTo>
                    <a:pt x="5684"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57" name="Google Shape;4557;p35"/>
            <p:cNvSpPr/>
            <p:nvPr/>
          </p:nvSpPr>
          <p:spPr>
            <a:xfrm>
              <a:off x="4267875" y="2284216"/>
              <a:ext cx="609221" cy="574940"/>
            </a:xfrm>
            <a:custGeom>
              <a:avLst/>
              <a:gdLst/>
              <a:ahLst/>
              <a:cxnLst/>
              <a:rect l="l" t="t" r="r" b="b"/>
              <a:pathLst>
                <a:path w="11356" h="10717" extrusionOk="0">
                  <a:moveTo>
                    <a:pt x="5684" y="10716"/>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58" name="Google Shape;4558;p35"/>
            <p:cNvSpPr/>
            <p:nvPr/>
          </p:nvSpPr>
          <p:spPr>
            <a:xfrm>
              <a:off x="4878276" y="2284216"/>
              <a:ext cx="609221" cy="574940"/>
            </a:xfrm>
            <a:custGeom>
              <a:avLst/>
              <a:gdLst/>
              <a:ahLst/>
              <a:cxnLst/>
              <a:rect l="l" t="t" r="r" b="b"/>
              <a:pathLst>
                <a:path w="11356" h="10717" extrusionOk="0">
                  <a:moveTo>
                    <a:pt x="5673" y="10716"/>
                  </a:moveTo>
                  <a:lnTo>
                    <a:pt x="1" y="5352"/>
                  </a:lnTo>
                  <a:lnTo>
                    <a:pt x="5673"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59" name="Google Shape;4559;p35"/>
            <p:cNvSpPr/>
            <p:nvPr/>
          </p:nvSpPr>
          <p:spPr>
            <a:xfrm>
              <a:off x="5488087" y="2284216"/>
              <a:ext cx="608631" cy="574940"/>
            </a:xfrm>
            <a:custGeom>
              <a:avLst/>
              <a:gdLst/>
              <a:ahLst/>
              <a:cxnLst/>
              <a:rect l="l" t="t" r="r" b="b"/>
              <a:pathLst>
                <a:path w="11345" h="10717" extrusionOk="0">
                  <a:moveTo>
                    <a:pt x="5672" y="10716"/>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60" name="Google Shape;4560;p35"/>
            <p:cNvSpPr/>
            <p:nvPr/>
          </p:nvSpPr>
          <p:spPr>
            <a:xfrm>
              <a:off x="6097845" y="2284216"/>
              <a:ext cx="608631" cy="574940"/>
            </a:xfrm>
            <a:custGeom>
              <a:avLst/>
              <a:gdLst/>
              <a:ahLst/>
              <a:cxnLst/>
              <a:rect l="l" t="t" r="r" b="b"/>
              <a:pathLst>
                <a:path w="11345" h="10717" extrusionOk="0">
                  <a:moveTo>
                    <a:pt x="5661" y="10716"/>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61" name="Google Shape;4561;p35"/>
            <p:cNvSpPr/>
            <p:nvPr/>
          </p:nvSpPr>
          <p:spPr>
            <a:xfrm>
              <a:off x="6707066" y="2284216"/>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62" name="Google Shape;4562;p35"/>
            <p:cNvSpPr/>
            <p:nvPr/>
          </p:nvSpPr>
          <p:spPr>
            <a:xfrm>
              <a:off x="2" y="2856045"/>
              <a:ext cx="608631" cy="573706"/>
            </a:xfrm>
            <a:custGeom>
              <a:avLst/>
              <a:gdLst/>
              <a:ahLst/>
              <a:cxnLst/>
              <a:rect l="l" t="t" r="r" b="b"/>
              <a:pathLst>
                <a:path w="11345" h="10694" extrusionOk="0">
                  <a:moveTo>
                    <a:pt x="5661" y="10693"/>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63" name="Google Shape;4563;p35"/>
            <p:cNvSpPr/>
            <p:nvPr/>
          </p:nvSpPr>
          <p:spPr>
            <a:xfrm>
              <a:off x="609169" y="2856045"/>
              <a:ext cx="609221" cy="573706"/>
            </a:xfrm>
            <a:custGeom>
              <a:avLst/>
              <a:gdLst/>
              <a:ahLst/>
              <a:cxnLst/>
              <a:rect l="l" t="t" r="r" b="b"/>
              <a:pathLst>
                <a:path w="11356" h="10694" extrusionOk="0">
                  <a:moveTo>
                    <a:pt x="5684" y="10693"/>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64" name="Google Shape;4564;p35"/>
            <p:cNvSpPr/>
            <p:nvPr/>
          </p:nvSpPr>
          <p:spPr>
            <a:xfrm>
              <a:off x="1218980" y="2856045"/>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65" name="Google Shape;4565;p35"/>
            <p:cNvSpPr/>
            <p:nvPr/>
          </p:nvSpPr>
          <p:spPr>
            <a:xfrm>
              <a:off x="1828738" y="2856045"/>
              <a:ext cx="608631" cy="573706"/>
            </a:xfrm>
            <a:custGeom>
              <a:avLst/>
              <a:gdLst/>
              <a:ahLst/>
              <a:cxnLst/>
              <a:rect l="l" t="t" r="r" b="b"/>
              <a:pathLst>
                <a:path w="11345" h="10694" extrusionOk="0">
                  <a:moveTo>
                    <a:pt x="5684" y="10693"/>
                  </a:moveTo>
                  <a:lnTo>
                    <a:pt x="1" y="5341"/>
                  </a:lnTo>
                  <a:lnTo>
                    <a:pt x="5684"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66" name="Google Shape;4566;p35"/>
            <p:cNvSpPr/>
            <p:nvPr/>
          </p:nvSpPr>
          <p:spPr>
            <a:xfrm>
              <a:off x="2439139" y="2856045"/>
              <a:ext cx="608631" cy="573706"/>
            </a:xfrm>
            <a:custGeom>
              <a:avLst/>
              <a:gdLst/>
              <a:ahLst/>
              <a:cxnLst/>
              <a:rect l="l" t="t" r="r" b="b"/>
              <a:pathLst>
                <a:path w="11345" h="10694" extrusionOk="0">
                  <a:moveTo>
                    <a:pt x="5672" y="10693"/>
                  </a:moveTo>
                  <a:lnTo>
                    <a:pt x="1"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67" name="Google Shape;4567;p35"/>
            <p:cNvSpPr/>
            <p:nvPr/>
          </p:nvSpPr>
          <p:spPr>
            <a:xfrm>
              <a:off x="3048950" y="2856045"/>
              <a:ext cx="608577" cy="573706"/>
            </a:xfrm>
            <a:custGeom>
              <a:avLst/>
              <a:gdLst/>
              <a:ahLst/>
              <a:cxnLst/>
              <a:rect l="l" t="t" r="r" b="b"/>
              <a:pathLst>
                <a:path w="11344" h="10694" extrusionOk="0">
                  <a:moveTo>
                    <a:pt x="5661" y="10693"/>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68" name="Google Shape;4568;p35"/>
            <p:cNvSpPr/>
            <p:nvPr/>
          </p:nvSpPr>
          <p:spPr>
            <a:xfrm>
              <a:off x="3658117" y="2856045"/>
              <a:ext cx="609221" cy="573706"/>
            </a:xfrm>
            <a:custGeom>
              <a:avLst/>
              <a:gdLst/>
              <a:ahLst/>
              <a:cxnLst/>
              <a:rect l="l" t="t" r="r" b="b"/>
              <a:pathLst>
                <a:path w="11356" h="10694" extrusionOk="0">
                  <a:moveTo>
                    <a:pt x="5684" y="10693"/>
                  </a:moveTo>
                  <a:lnTo>
                    <a:pt x="0" y="5341"/>
                  </a:lnTo>
                  <a:lnTo>
                    <a:pt x="5684"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69" name="Google Shape;4569;p35"/>
            <p:cNvSpPr/>
            <p:nvPr/>
          </p:nvSpPr>
          <p:spPr>
            <a:xfrm>
              <a:off x="4267875" y="2856045"/>
              <a:ext cx="609221" cy="573706"/>
            </a:xfrm>
            <a:custGeom>
              <a:avLst/>
              <a:gdLst/>
              <a:ahLst/>
              <a:cxnLst/>
              <a:rect l="l" t="t" r="r" b="b"/>
              <a:pathLst>
                <a:path w="11356" h="10694" extrusionOk="0">
                  <a:moveTo>
                    <a:pt x="5684" y="10693"/>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70" name="Google Shape;4570;p35"/>
            <p:cNvSpPr/>
            <p:nvPr/>
          </p:nvSpPr>
          <p:spPr>
            <a:xfrm>
              <a:off x="4878276" y="2856045"/>
              <a:ext cx="609221" cy="573706"/>
            </a:xfrm>
            <a:custGeom>
              <a:avLst/>
              <a:gdLst/>
              <a:ahLst/>
              <a:cxnLst/>
              <a:rect l="l" t="t" r="r" b="b"/>
              <a:pathLst>
                <a:path w="11356" h="10694" extrusionOk="0">
                  <a:moveTo>
                    <a:pt x="5673" y="10693"/>
                  </a:moveTo>
                  <a:lnTo>
                    <a:pt x="1" y="5341"/>
                  </a:lnTo>
                  <a:lnTo>
                    <a:pt x="5673"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71" name="Google Shape;4571;p35"/>
            <p:cNvSpPr/>
            <p:nvPr/>
          </p:nvSpPr>
          <p:spPr>
            <a:xfrm>
              <a:off x="5488087" y="2856045"/>
              <a:ext cx="608631" cy="573706"/>
            </a:xfrm>
            <a:custGeom>
              <a:avLst/>
              <a:gdLst/>
              <a:ahLst/>
              <a:cxnLst/>
              <a:rect l="l" t="t" r="r" b="b"/>
              <a:pathLst>
                <a:path w="11345" h="10694" extrusionOk="0">
                  <a:moveTo>
                    <a:pt x="5672" y="10693"/>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72" name="Google Shape;4572;p35"/>
            <p:cNvSpPr/>
            <p:nvPr/>
          </p:nvSpPr>
          <p:spPr>
            <a:xfrm>
              <a:off x="6097845" y="2856045"/>
              <a:ext cx="608631" cy="573706"/>
            </a:xfrm>
            <a:custGeom>
              <a:avLst/>
              <a:gdLst/>
              <a:ahLst/>
              <a:cxnLst/>
              <a:rect l="l" t="t" r="r" b="b"/>
              <a:pathLst>
                <a:path w="11345" h="10694" extrusionOk="0">
                  <a:moveTo>
                    <a:pt x="5661" y="10693"/>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73" name="Google Shape;4573;p35"/>
            <p:cNvSpPr/>
            <p:nvPr/>
          </p:nvSpPr>
          <p:spPr>
            <a:xfrm>
              <a:off x="6707066" y="2856045"/>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74" name="Google Shape;4574;p35"/>
            <p:cNvSpPr/>
            <p:nvPr/>
          </p:nvSpPr>
          <p:spPr>
            <a:xfrm>
              <a:off x="2" y="3426639"/>
              <a:ext cx="608631" cy="574296"/>
            </a:xfrm>
            <a:custGeom>
              <a:avLst/>
              <a:gdLst/>
              <a:ahLst/>
              <a:cxnLst/>
              <a:rect l="l" t="t" r="r" b="b"/>
              <a:pathLst>
                <a:path w="11345" h="10705" extrusionOk="0">
                  <a:moveTo>
                    <a:pt x="5661" y="10705"/>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75" name="Google Shape;4575;p35"/>
            <p:cNvSpPr/>
            <p:nvPr/>
          </p:nvSpPr>
          <p:spPr>
            <a:xfrm>
              <a:off x="609169" y="3426639"/>
              <a:ext cx="609221" cy="574296"/>
            </a:xfrm>
            <a:custGeom>
              <a:avLst/>
              <a:gdLst/>
              <a:ahLst/>
              <a:cxnLst/>
              <a:rect l="l" t="t" r="r" b="b"/>
              <a:pathLst>
                <a:path w="11356" h="10705" extrusionOk="0">
                  <a:moveTo>
                    <a:pt x="5684" y="10705"/>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76" name="Google Shape;4576;p35"/>
            <p:cNvSpPr/>
            <p:nvPr/>
          </p:nvSpPr>
          <p:spPr>
            <a:xfrm>
              <a:off x="1218980" y="3426639"/>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77" name="Google Shape;4577;p35"/>
            <p:cNvSpPr/>
            <p:nvPr/>
          </p:nvSpPr>
          <p:spPr>
            <a:xfrm>
              <a:off x="1828738" y="3426639"/>
              <a:ext cx="608631" cy="574296"/>
            </a:xfrm>
            <a:custGeom>
              <a:avLst/>
              <a:gdLst/>
              <a:ahLst/>
              <a:cxnLst/>
              <a:rect l="l" t="t" r="r" b="b"/>
              <a:pathLst>
                <a:path w="11345" h="10705" extrusionOk="0">
                  <a:moveTo>
                    <a:pt x="5684" y="10705"/>
                  </a:moveTo>
                  <a:lnTo>
                    <a:pt x="1" y="5352"/>
                  </a:lnTo>
                  <a:lnTo>
                    <a:pt x="5684"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78" name="Google Shape;4578;p35"/>
            <p:cNvSpPr/>
            <p:nvPr/>
          </p:nvSpPr>
          <p:spPr>
            <a:xfrm>
              <a:off x="2439139" y="3426639"/>
              <a:ext cx="608631" cy="574296"/>
            </a:xfrm>
            <a:custGeom>
              <a:avLst/>
              <a:gdLst/>
              <a:ahLst/>
              <a:cxnLst/>
              <a:rect l="l" t="t" r="r" b="b"/>
              <a:pathLst>
                <a:path w="11345" h="10705" extrusionOk="0">
                  <a:moveTo>
                    <a:pt x="5672" y="10705"/>
                  </a:moveTo>
                  <a:lnTo>
                    <a:pt x="1"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79" name="Google Shape;4579;p35"/>
            <p:cNvSpPr/>
            <p:nvPr/>
          </p:nvSpPr>
          <p:spPr>
            <a:xfrm>
              <a:off x="3048950" y="3426639"/>
              <a:ext cx="608577" cy="574296"/>
            </a:xfrm>
            <a:custGeom>
              <a:avLst/>
              <a:gdLst/>
              <a:ahLst/>
              <a:cxnLst/>
              <a:rect l="l" t="t" r="r" b="b"/>
              <a:pathLst>
                <a:path w="11344" h="10705" extrusionOk="0">
                  <a:moveTo>
                    <a:pt x="5661" y="10705"/>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80" name="Google Shape;4580;p35"/>
            <p:cNvSpPr/>
            <p:nvPr/>
          </p:nvSpPr>
          <p:spPr>
            <a:xfrm>
              <a:off x="3658117" y="3426639"/>
              <a:ext cx="609221" cy="574296"/>
            </a:xfrm>
            <a:custGeom>
              <a:avLst/>
              <a:gdLst/>
              <a:ahLst/>
              <a:cxnLst/>
              <a:rect l="l" t="t" r="r" b="b"/>
              <a:pathLst>
                <a:path w="11356" h="10705" extrusionOk="0">
                  <a:moveTo>
                    <a:pt x="5684" y="10705"/>
                  </a:moveTo>
                  <a:lnTo>
                    <a:pt x="0" y="5352"/>
                  </a:lnTo>
                  <a:lnTo>
                    <a:pt x="5684"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81" name="Google Shape;4581;p35"/>
            <p:cNvSpPr/>
            <p:nvPr/>
          </p:nvSpPr>
          <p:spPr>
            <a:xfrm>
              <a:off x="4267875" y="3426639"/>
              <a:ext cx="609221" cy="574296"/>
            </a:xfrm>
            <a:custGeom>
              <a:avLst/>
              <a:gdLst/>
              <a:ahLst/>
              <a:cxnLst/>
              <a:rect l="l" t="t" r="r" b="b"/>
              <a:pathLst>
                <a:path w="11356" h="10705" extrusionOk="0">
                  <a:moveTo>
                    <a:pt x="5684" y="10705"/>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82" name="Google Shape;4582;p35"/>
            <p:cNvSpPr/>
            <p:nvPr/>
          </p:nvSpPr>
          <p:spPr>
            <a:xfrm>
              <a:off x="4878276" y="3426639"/>
              <a:ext cx="609221" cy="574296"/>
            </a:xfrm>
            <a:custGeom>
              <a:avLst/>
              <a:gdLst/>
              <a:ahLst/>
              <a:cxnLst/>
              <a:rect l="l" t="t" r="r" b="b"/>
              <a:pathLst>
                <a:path w="11356" h="10705" extrusionOk="0">
                  <a:moveTo>
                    <a:pt x="5673" y="10705"/>
                  </a:moveTo>
                  <a:lnTo>
                    <a:pt x="1" y="5352"/>
                  </a:lnTo>
                  <a:lnTo>
                    <a:pt x="5673"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83" name="Google Shape;4583;p35"/>
            <p:cNvSpPr/>
            <p:nvPr/>
          </p:nvSpPr>
          <p:spPr>
            <a:xfrm>
              <a:off x="5488087" y="3426639"/>
              <a:ext cx="608631" cy="574296"/>
            </a:xfrm>
            <a:custGeom>
              <a:avLst/>
              <a:gdLst/>
              <a:ahLst/>
              <a:cxnLst/>
              <a:rect l="l" t="t" r="r" b="b"/>
              <a:pathLst>
                <a:path w="11345" h="10705" extrusionOk="0">
                  <a:moveTo>
                    <a:pt x="5672" y="10705"/>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84" name="Google Shape;4584;p35"/>
            <p:cNvSpPr/>
            <p:nvPr/>
          </p:nvSpPr>
          <p:spPr>
            <a:xfrm>
              <a:off x="6097845" y="3426639"/>
              <a:ext cx="608631" cy="574296"/>
            </a:xfrm>
            <a:custGeom>
              <a:avLst/>
              <a:gdLst/>
              <a:ahLst/>
              <a:cxnLst/>
              <a:rect l="l" t="t" r="r" b="b"/>
              <a:pathLst>
                <a:path w="11345" h="10705" extrusionOk="0">
                  <a:moveTo>
                    <a:pt x="5661" y="10705"/>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85" name="Google Shape;4585;p35"/>
            <p:cNvSpPr/>
            <p:nvPr/>
          </p:nvSpPr>
          <p:spPr>
            <a:xfrm>
              <a:off x="6707066" y="3426639"/>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86" name="Google Shape;4586;p35"/>
            <p:cNvSpPr/>
            <p:nvPr/>
          </p:nvSpPr>
          <p:spPr>
            <a:xfrm>
              <a:off x="2" y="3997824"/>
              <a:ext cx="608631" cy="573706"/>
            </a:xfrm>
            <a:custGeom>
              <a:avLst/>
              <a:gdLst/>
              <a:ahLst/>
              <a:cxnLst/>
              <a:rect l="l" t="t" r="r" b="b"/>
              <a:pathLst>
                <a:path w="11345" h="10694" extrusionOk="0">
                  <a:moveTo>
                    <a:pt x="5661" y="10694"/>
                  </a:moveTo>
                  <a:lnTo>
                    <a:pt x="0" y="5342"/>
                  </a:lnTo>
                  <a:lnTo>
                    <a:pt x="5661"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87" name="Google Shape;4587;p35"/>
            <p:cNvSpPr/>
            <p:nvPr/>
          </p:nvSpPr>
          <p:spPr>
            <a:xfrm>
              <a:off x="609169" y="3997824"/>
              <a:ext cx="609221" cy="573706"/>
            </a:xfrm>
            <a:custGeom>
              <a:avLst/>
              <a:gdLst/>
              <a:ahLst/>
              <a:cxnLst/>
              <a:rect l="l" t="t" r="r" b="b"/>
              <a:pathLst>
                <a:path w="11356" h="10694" extrusionOk="0">
                  <a:moveTo>
                    <a:pt x="5684" y="10694"/>
                  </a:moveTo>
                  <a:lnTo>
                    <a:pt x="1" y="5342"/>
                  </a:lnTo>
                  <a:lnTo>
                    <a:pt x="5684"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88" name="Google Shape;4588;p35"/>
            <p:cNvSpPr/>
            <p:nvPr/>
          </p:nvSpPr>
          <p:spPr>
            <a:xfrm>
              <a:off x="1218980" y="3997824"/>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89" name="Google Shape;4589;p35"/>
            <p:cNvSpPr/>
            <p:nvPr/>
          </p:nvSpPr>
          <p:spPr>
            <a:xfrm>
              <a:off x="1828738" y="3997824"/>
              <a:ext cx="608631" cy="573706"/>
            </a:xfrm>
            <a:custGeom>
              <a:avLst/>
              <a:gdLst/>
              <a:ahLst/>
              <a:cxnLst/>
              <a:rect l="l" t="t" r="r" b="b"/>
              <a:pathLst>
                <a:path w="11345" h="10694" extrusionOk="0">
                  <a:moveTo>
                    <a:pt x="5684" y="10694"/>
                  </a:moveTo>
                  <a:lnTo>
                    <a:pt x="1" y="5342"/>
                  </a:lnTo>
                  <a:lnTo>
                    <a:pt x="5684"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90" name="Google Shape;4590;p35"/>
            <p:cNvSpPr/>
            <p:nvPr/>
          </p:nvSpPr>
          <p:spPr>
            <a:xfrm>
              <a:off x="2439139" y="3997824"/>
              <a:ext cx="608631" cy="573706"/>
            </a:xfrm>
            <a:custGeom>
              <a:avLst/>
              <a:gdLst/>
              <a:ahLst/>
              <a:cxnLst/>
              <a:rect l="l" t="t" r="r" b="b"/>
              <a:pathLst>
                <a:path w="11345" h="10694" extrusionOk="0">
                  <a:moveTo>
                    <a:pt x="5672" y="10694"/>
                  </a:moveTo>
                  <a:lnTo>
                    <a:pt x="1"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91" name="Google Shape;4591;p35"/>
            <p:cNvSpPr/>
            <p:nvPr/>
          </p:nvSpPr>
          <p:spPr>
            <a:xfrm>
              <a:off x="3048950" y="3997824"/>
              <a:ext cx="608577" cy="573706"/>
            </a:xfrm>
            <a:custGeom>
              <a:avLst/>
              <a:gdLst/>
              <a:ahLst/>
              <a:cxnLst/>
              <a:rect l="l" t="t" r="r" b="b"/>
              <a:pathLst>
                <a:path w="11344" h="10694" extrusionOk="0">
                  <a:moveTo>
                    <a:pt x="5661" y="10694"/>
                  </a:moveTo>
                  <a:lnTo>
                    <a:pt x="0" y="5342"/>
                  </a:lnTo>
                  <a:lnTo>
                    <a:pt x="5661"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92" name="Google Shape;4592;p35"/>
            <p:cNvSpPr/>
            <p:nvPr/>
          </p:nvSpPr>
          <p:spPr>
            <a:xfrm>
              <a:off x="3658117" y="3997824"/>
              <a:ext cx="609221" cy="573706"/>
            </a:xfrm>
            <a:custGeom>
              <a:avLst/>
              <a:gdLst/>
              <a:ahLst/>
              <a:cxnLst/>
              <a:rect l="l" t="t" r="r" b="b"/>
              <a:pathLst>
                <a:path w="11356" h="10694" extrusionOk="0">
                  <a:moveTo>
                    <a:pt x="5684" y="10694"/>
                  </a:moveTo>
                  <a:lnTo>
                    <a:pt x="0" y="5342"/>
                  </a:lnTo>
                  <a:lnTo>
                    <a:pt x="5684"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93" name="Google Shape;4593;p35"/>
            <p:cNvSpPr/>
            <p:nvPr/>
          </p:nvSpPr>
          <p:spPr>
            <a:xfrm>
              <a:off x="4267875" y="3997824"/>
              <a:ext cx="609221" cy="573706"/>
            </a:xfrm>
            <a:custGeom>
              <a:avLst/>
              <a:gdLst/>
              <a:ahLst/>
              <a:cxnLst/>
              <a:rect l="l" t="t" r="r" b="b"/>
              <a:pathLst>
                <a:path w="11356" h="10694" extrusionOk="0">
                  <a:moveTo>
                    <a:pt x="5684" y="10694"/>
                  </a:moveTo>
                  <a:lnTo>
                    <a:pt x="1" y="5342"/>
                  </a:lnTo>
                  <a:lnTo>
                    <a:pt x="5684"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94" name="Google Shape;4594;p35"/>
            <p:cNvSpPr/>
            <p:nvPr/>
          </p:nvSpPr>
          <p:spPr>
            <a:xfrm>
              <a:off x="4878276" y="3997824"/>
              <a:ext cx="609221" cy="573706"/>
            </a:xfrm>
            <a:custGeom>
              <a:avLst/>
              <a:gdLst/>
              <a:ahLst/>
              <a:cxnLst/>
              <a:rect l="l" t="t" r="r" b="b"/>
              <a:pathLst>
                <a:path w="11356" h="10694" extrusionOk="0">
                  <a:moveTo>
                    <a:pt x="5673" y="10694"/>
                  </a:moveTo>
                  <a:lnTo>
                    <a:pt x="1" y="5342"/>
                  </a:lnTo>
                  <a:lnTo>
                    <a:pt x="5673"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95" name="Google Shape;4595;p35"/>
            <p:cNvSpPr/>
            <p:nvPr/>
          </p:nvSpPr>
          <p:spPr>
            <a:xfrm>
              <a:off x="5488087" y="3997824"/>
              <a:ext cx="608631" cy="573706"/>
            </a:xfrm>
            <a:custGeom>
              <a:avLst/>
              <a:gdLst/>
              <a:ahLst/>
              <a:cxnLst/>
              <a:rect l="l" t="t" r="r" b="b"/>
              <a:pathLst>
                <a:path w="11345" h="10694" extrusionOk="0">
                  <a:moveTo>
                    <a:pt x="5672" y="10694"/>
                  </a:moveTo>
                  <a:lnTo>
                    <a:pt x="0"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96" name="Google Shape;4596;p35"/>
            <p:cNvSpPr/>
            <p:nvPr/>
          </p:nvSpPr>
          <p:spPr>
            <a:xfrm>
              <a:off x="6097845" y="3997824"/>
              <a:ext cx="608631" cy="573706"/>
            </a:xfrm>
            <a:custGeom>
              <a:avLst/>
              <a:gdLst/>
              <a:ahLst/>
              <a:cxnLst/>
              <a:rect l="l" t="t" r="r" b="b"/>
              <a:pathLst>
                <a:path w="11345" h="10694" extrusionOk="0">
                  <a:moveTo>
                    <a:pt x="5661" y="10694"/>
                  </a:moveTo>
                  <a:lnTo>
                    <a:pt x="1" y="5342"/>
                  </a:lnTo>
                  <a:lnTo>
                    <a:pt x="5661" y="1"/>
                  </a:lnTo>
                  <a:lnTo>
                    <a:pt x="1134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97" name="Google Shape;4597;p35"/>
            <p:cNvSpPr/>
            <p:nvPr/>
          </p:nvSpPr>
          <p:spPr>
            <a:xfrm>
              <a:off x="6707066" y="3997824"/>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98" name="Google Shape;4598;p35"/>
            <p:cNvSpPr/>
            <p:nvPr/>
          </p:nvSpPr>
          <p:spPr>
            <a:xfrm>
              <a:off x="2" y="4568419"/>
              <a:ext cx="608631" cy="574940"/>
            </a:xfrm>
            <a:custGeom>
              <a:avLst/>
              <a:gdLst/>
              <a:ahLst/>
              <a:cxnLst/>
              <a:rect l="l" t="t" r="r" b="b"/>
              <a:pathLst>
                <a:path w="11345" h="10717" extrusionOk="0">
                  <a:moveTo>
                    <a:pt x="5661" y="10717"/>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599" name="Google Shape;4599;p35"/>
            <p:cNvSpPr/>
            <p:nvPr/>
          </p:nvSpPr>
          <p:spPr>
            <a:xfrm>
              <a:off x="609169" y="4568419"/>
              <a:ext cx="609221" cy="574940"/>
            </a:xfrm>
            <a:custGeom>
              <a:avLst/>
              <a:gdLst/>
              <a:ahLst/>
              <a:cxnLst/>
              <a:rect l="l" t="t" r="r" b="b"/>
              <a:pathLst>
                <a:path w="11356" h="10717" extrusionOk="0">
                  <a:moveTo>
                    <a:pt x="5684" y="10717"/>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00" name="Google Shape;4600;p35"/>
            <p:cNvSpPr/>
            <p:nvPr/>
          </p:nvSpPr>
          <p:spPr>
            <a:xfrm>
              <a:off x="1218980" y="4568419"/>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01" name="Google Shape;4601;p35"/>
            <p:cNvSpPr/>
            <p:nvPr/>
          </p:nvSpPr>
          <p:spPr>
            <a:xfrm>
              <a:off x="1828738" y="4568419"/>
              <a:ext cx="608631" cy="574940"/>
            </a:xfrm>
            <a:custGeom>
              <a:avLst/>
              <a:gdLst/>
              <a:ahLst/>
              <a:cxnLst/>
              <a:rect l="l" t="t" r="r" b="b"/>
              <a:pathLst>
                <a:path w="11345" h="10717" extrusionOk="0">
                  <a:moveTo>
                    <a:pt x="5684" y="10717"/>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02" name="Google Shape;4602;p35"/>
            <p:cNvSpPr/>
            <p:nvPr/>
          </p:nvSpPr>
          <p:spPr>
            <a:xfrm>
              <a:off x="2439139" y="4568419"/>
              <a:ext cx="608631" cy="574940"/>
            </a:xfrm>
            <a:custGeom>
              <a:avLst/>
              <a:gdLst/>
              <a:ahLst/>
              <a:cxnLst/>
              <a:rect l="l" t="t" r="r" b="b"/>
              <a:pathLst>
                <a:path w="11345" h="10717" extrusionOk="0">
                  <a:moveTo>
                    <a:pt x="5672" y="10717"/>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03" name="Google Shape;4603;p35"/>
            <p:cNvSpPr/>
            <p:nvPr/>
          </p:nvSpPr>
          <p:spPr>
            <a:xfrm>
              <a:off x="3048950" y="4568419"/>
              <a:ext cx="608577" cy="574940"/>
            </a:xfrm>
            <a:custGeom>
              <a:avLst/>
              <a:gdLst/>
              <a:ahLst/>
              <a:cxnLst/>
              <a:rect l="l" t="t" r="r" b="b"/>
              <a:pathLst>
                <a:path w="11344" h="10717" extrusionOk="0">
                  <a:moveTo>
                    <a:pt x="5661" y="10717"/>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04" name="Google Shape;4604;p35"/>
            <p:cNvSpPr/>
            <p:nvPr/>
          </p:nvSpPr>
          <p:spPr>
            <a:xfrm>
              <a:off x="3658117" y="4568419"/>
              <a:ext cx="609221" cy="574940"/>
            </a:xfrm>
            <a:custGeom>
              <a:avLst/>
              <a:gdLst/>
              <a:ahLst/>
              <a:cxnLst/>
              <a:rect l="l" t="t" r="r" b="b"/>
              <a:pathLst>
                <a:path w="11356" h="10717" extrusionOk="0">
                  <a:moveTo>
                    <a:pt x="5684" y="10717"/>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05" name="Google Shape;4605;p35"/>
            <p:cNvSpPr/>
            <p:nvPr/>
          </p:nvSpPr>
          <p:spPr>
            <a:xfrm>
              <a:off x="4267875" y="4568419"/>
              <a:ext cx="609221" cy="574940"/>
            </a:xfrm>
            <a:custGeom>
              <a:avLst/>
              <a:gdLst/>
              <a:ahLst/>
              <a:cxnLst/>
              <a:rect l="l" t="t" r="r" b="b"/>
              <a:pathLst>
                <a:path w="11356" h="10717" extrusionOk="0">
                  <a:moveTo>
                    <a:pt x="5684" y="10717"/>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06" name="Google Shape;4606;p35"/>
            <p:cNvSpPr/>
            <p:nvPr/>
          </p:nvSpPr>
          <p:spPr>
            <a:xfrm>
              <a:off x="4878276" y="4568419"/>
              <a:ext cx="609221" cy="574940"/>
            </a:xfrm>
            <a:custGeom>
              <a:avLst/>
              <a:gdLst/>
              <a:ahLst/>
              <a:cxnLst/>
              <a:rect l="l" t="t" r="r" b="b"/>
              <a:pathLst>
                <a:path w="11356" h="10717" extrusionOk="0">
                  <a:moveTo>
                    <a:pt x="5673" y="10717"/>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07" name="Google Shape;4607;p35"/>
            <p:cNvSpPr/>
            <p:nvPr/>
          </p:nvSpPr>
          <p:spPr>
            <a:xfrm>
              <a:off x="5488087" y="4568419"/>
              <a:ext cx="608631" cy="574940"/>
            </a:xfrm>
            <a:custGeom>
              <a:avLst/>
              <a:gdLst/>
              <a:ahLst/>
              <a:cxnLst/>
              <a:rect l="l" t="t" r="r" b="b"/>
              <a:pathLst>
                <a:path w="11345" h="10717" extrusionOk="0">
                  <a:moveTo>
                    <a:pt x="5672" y="10717"/>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08" name="Google Shape;4608;p35"/>
            <p:cNvSpPr/>
            <p:nvPr/>
          </p:nvSpPr>
          <p:spPr>
            <a:xfrm>
              <a:off x="6097845" y="4568419"/>
              <a:ext cx="608631" cy="574940"/>
            </a:xfrm>
            <a:custGeom>
              <a:avLst/>
              <a:gdLst/>
              <a:ahLst/>
              <a:cxnLst/>
              <a:rect l="l" t="t" r="r" b="b"/>
              <a:pathLst>
                <a:path w="11345" h="10717" extrusionOk="0">
                  <a:moveTo>
                    <a:pt x="5661" y="10717"/>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09" name="Google Shape;4609;p35"/>
            <p:cNvSpPr/>
            <p:nvPr/>
          </p:nvSpPr>
          <p:spPr>
            <a:xfrm>
              <a:off x="6707066" y="4568419"/>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10" name="Google Shape;4610;p35"/>
            <p:cNvSpPr/>
            <p:nvPr/>
          </p:nvSpPr>
          <p:spPr>
            <a:xfrm>
              <a:off x="7315512" y="-16"/>
              <a:ext cx="608631" cy="574350"/>
            </a:xfrm>
            <a:custGeom>
              <a:avLst/>
              <a:gdLst/>
              <a:ahLst/>
              <a:cxnLst/>
              <a:rect l="l" t="t" r="r" b="b"/>
              <a:pathLst>
                <a:path w="11345" h="10706" extrusionOk="0">
                  <a:moveTo>
                    <a:pt x="5672" y="10705"/>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11" name="Google Shape;4611;p35"/>
            <p:cNvSpPr/>
            <p:nvPr/>
          </p:nvSpPr>
          <p:spPr>
            <a:xfrm>
              <a:off x="7925270" y="-16"/>
              <a:ext cx="608631" cy="574350"/>
            </a:xfrm>
            <a:custGeom>
              <a:avLst/>
              <a:gdLst/>
              <a:ahLst/>
              <a:cxnLst/>
              <a:rect l="l" t="t" r="r" b="b"/>
              <a:pathLst>
                <a:path w="11345" h="10706" extrusionOk="0">
                  <a:moveTo>
                    <a:pt x="5661" y="10705"/>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12" name="Google Shape;4612;p35"/>
            <p:cNvSpPr/>
            <p:nvPr/>
          </p:nvSpPr>
          <p:spPr>
            <a:xfrm>
              <a:off x="8534491" y="-16"/>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13" name="Google Shape;4613;p35"/>
            <p:cNvSpPr/>
            <p:nvPr/>
          </p:nvSpPr>
          <p:spPr>
            <a:xfrm>
              <a:off x="7315512" y="571169"/>
              <a:ext cx="608631" cy="574350"/>
            </a:xfrm>
            <a:custGeom>
              <a:avLst/>
              <a:gdLst/>
              <a:ahLst/>
              <a:cxnLst/>
              <a:rect l="l" t="t" r="r" b="b"/>
              <a:pathLst>
                <a:path w="11345" h="10706" extrusionOk="0">
                  <a:moveTo>
                    <a:pt x="5672" y="10706"/>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14" name="Google Shape;4614;p35"/>
            <p:cNvSpPr/>
            <p:nvPr/>
          </p:nvSpPr>
          <p:spPr>
            <a:xfrm>
              <a:off x="7925270" y="571169"/>
              <a:ext cx="608631" cy="574350"/>
            </a:xfrm>
            <a:custGeom>
              <a:avLst/>
              <a:gdLst/>
              <a:ahLst/>
              <a:cxnLst/>
              <a:rect l="l" t="t" r="r" b="b"/>
              <a:pathLst>
                <a:path w="11345" h="10706" extrusionOk="0">
                  <a:moveTo>
                    <a:pt x="5661" y="10706"/>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15" name="Google Shape;4615;p35"/>
            <p:cNvSpPr/>
            <p:nvPr/>
          </p:nvSpPr>
          <p:spPr>
            <a:xfrm>
              <a:off x="8534491" y="571169"/>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16" name="Google Shape;4616;p35"/>
            <p:cNvSpPr/>
            <p:nvPr/>
          </p:nvSpPr>
          <p:spPr>
            <a:xfrm>
              <a:off x="7315512" y="1142407"/>
              <a:ext cx="608631" cy="573706"/>
            </a:xfrm>
            <a:custGeom>
              <a:avLst/>
              <a:gdLst/>
              <a:ahLst/>
              <a:cxnLst/>
              <a:rect l="l" t="t" r="r" b="b"/>
              <a:pathLst>
                <a:path w="11345" h="10694" extrusionOk="0">
                  <a:moveTo>
                    <a:pt x="5672" y="10694"/>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17" name="Google Shape;4617;p35"/>
            <p:cNvSpPr/>
            <p:nvPr/>
          </p:nvSpPr>
          <p:spPr>
            <a:xfrm>
              <a:off x="7925270" y="1142407"/>
              <a:ext cx="608631" cy="573706"/>
            </a:xfrm>
            <a:custGeom>
              <a:avLst/>
              <a:gdLst/>
              <a:ahLst/>
              <a:cxnLst/>
              <a:rect l="l" t="t" r="r" b="b"/>
              <a:pathLst>
                <a:path w="11345" h="10694" extrusionOk="0">
                  <a:moveTo>
                    <a:pt x="5661" y="10694"/>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18" name="Google Shape;4618;p35"/>
            <p:cNvSpPr/>
            <p:nvPr/>
          </p:nvSpPr>
          <p:spPr>
            <a:xfrm>
              <a:off x="8534491" y="1142407"/>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19" name="Google Shape;4619;p35"/>
            <p:cNvSpPr/>
            <p:nvPr/>
          </p:nvSpPr>
          <p:spPr>
            <a:xfrm>
              <a:off x="7315512" y="1713002"/>
              <a:ext cx="608631" cy="574350"/>
            </a:xfrm>
            <a:custGeom>
              <a:avLst/>
              <a:gdLst/>
              <a:ahLst/>
              <a:cxnLst/>
              <a:rect l="l" t="t" r="r" b="b"/>
              <a:pathLst>
                <a:path w="11345" h="10706" extrusionOk="0">
                  <a:moveTo>
                    <a:pt x="5672" y="10705"/>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20" name="Google Shape;4620;p35"/>
            <p:cNvSpPr/>
            <p:nvPr/>
          </p:nvSpPr>
          <p:spPr>
            <a:xfrm>
              <a:off x="7925270" y="1713002"/>
              <a:ext cx="608631" cy="574350"/>
            </a:xfrm>
            <a:custGeom>
              <a:avLst/>
              <a:gdLst/>
              <a:ahLst/>
              <a:cxnLst/>
              <a:rect l="l" t="t" r="r" b="b"/>
              <a:pathLst>
                <a:path w="11345" h="10706" extrusionOk="0">
                  <a:moveTo>
                    <a:pt x="5661" y="10705"/>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21" name="Google Shape;4621;p35"/>
            <p:cNvSpPr/>
            <p:nvPr/>
          </p:nvSpPr>
          <p:spPr>
            <a:xfrm>
              <a:off x="8534491" y="1713002"/>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22" name="Google Shape;4622;p35"/>
            <p:cNvSpPr/>
            <p:nvPr/>
          </p:nvSpPr>
          <p:spPr>
            <a:xfrm>
              <a:off x="7315512" y="2284241"/>
              <a:ext cx="608631" cy="574940"/>
            </a:xfrm>
            <a:custGeom>
              <a:avLst/>
              <a:gdLst/>
              <a:ahLst/>
              <a:cxnLst/>
              <a:rect l="l" t="t" r="r" b="b"/>
              <a:pathLst>
                <a:path w="11345" h="10717" extrusionOk="0">
                  <a:moveTo>
                    <a:pt x="5672" y="10716"/>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23" name="Google Shape;4623;p35"/>
            <p:cNvSpPr/>
            <p:nvPr/>
          </p:nvSpPr>
          <p:spPr>
            <a:xfrm>
              <a:off x="7925270" y="2284241"/>
              <a:ext cx="608631" cy="574940"/>
            </a:xfrm>
            <a:custGeom>
              <a:avLst/>
              <a:gdLst/>
              <a:ahLst/>
              <a:cxnLst/>
              <a:rect l="l" t="t" r="r" b="b"/>
              <a:pathLst>
                <a:path w="11345" h="10717" extrusionOk="0">
                  <a:moveTo>
                    <a:pt x="5661" y="10716"/>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24" name="Google Shape;4624;p35"/>
            <p:cNvSpPr/>
            <p:nvPr/>
          </p:nvSpPr>
          <p:spPr>
            <a:xfrm>
              <a:off x="8534491" y="2284241"/>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25" name="Google Shape;4625;p35"/>
            <p:cNvSpPr/>
            <p:nvPr/>
          </p:nvSpPr>
          <p:spPr>
            <a:xfrm>
              <a:off x="7315512" y="2856070"/>
              <a:ext cx="608631" cy="573706"/>
            </a:xfrm>
            <a:custGeom>
              <a:avLst/>
              <a:gdLst/>
              <a:ahLst/>
              <a:cxnLst/>
              <a:rect l="l" t="t" r="r" b="b"/>
              <a:pathLst>
                <a:path w="11345" h="10694" extrusionOk="0">
                  <a:moveTo>
                    <a:pt x="5672" y="10693"/>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26" name="Google Shape;4626;p35"/>
            <p:cNvSpPr/>
            <p:nvPr/>
          </p:nvSpPr>
          <p:spPr>
            <a:xfrm>
              <a:off x="7925270" y="2856070"/>
              <a:ext cx="608631" cy="573706"/>
            </a:xfrm>
            <a:custGeom>
              <a:avLst/>
              <a:gdLst/>
              <a:ahLst/>
              <a:cxnLst/>
              <a:rect l="l" t="t" r="r" b="b"/>
              <a:pathLst>
                <a:path w="11345" h="10694" extrusionOk="0">
                  <a:moveTo>
                    <a:pt x="5661" y="10693"/>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27" name="Google Shape;4627;p35"/>
            <p:cNvSpPr/>
            <p:nvPr/>
          </p:nvSpPr>
          <p:spPr>
            <a:xfrm>
              <a:off x="8534491" y="2856070"/>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28" name="Google Shape;4628;p35"/>
            <p:cNvSpPr/>
            <p:nvPr/>
          </p:nvSpPr>
          <p:spPr>
            <a:xfrm>
              <a:off x="7315512" y="3426664"/>
              <a:ext cx="608631" cy="574296"/>
            </a:xfrm>
            <a:custGeom>
              <a:avLst/>
              <a:gdLst/>
              <a:ahLst/>
              <a:cxnLst/>
              <a:rect l="l" t="t" r="r" b="b"/>
              <a:pathLst>
                <a:path w="11345" h="10705" extrusionOk="0">
                  <a:moveTo>
                    <a:pt x="5672" y="10705"/>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29" name="Google Shape;4629;p35"/>
            <p:cNvSpPr/>
            <p:nvPr/>
          </p:nvSpPr>
          <p:spPr>
            <a:xfrm>
              <a:off x="7925270" y="3426664"/>
              <a:ext cx="608631" cy="574296"/>
            </a:xfrm>
            <a:custGeom>
              <a:avLst/>
              <a:gdLst/>
              <a:ahLst/>
              <a:cxnLst/>
              <a:rect l="l" t="t" r="r" b="b"/>
              <a:pathLst>
                <a:path w="11345" h="10705" extrusionOk="0">
                  <a:moveTo>
                    <a:pt x="5661" y="10705"/>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30" name="Google Shape;4630;p35"/>
            <p:cNvSpPr/>
            <p:nvPr/>
          </p:nvSpPr>
          <p:spPr>
            <a:xfrm>
              <a:off x="8534491" y="3426664"/>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31" name="Google Shape;4631;p35"/>
            <p:cNvSpPr/>
            <p:nvPr/>
          </p:nvSpPr>
          <p:spPr>
            <a:xfrm>
              <a:off x="7315512" y="3997849"/>
              <a:ext cx="608631" cy="573706"/>
            </a:xfrm>
            <a:custGeom>
              <a:avLst/>
              <a:gdLst/>
              <a:ahLst/>
              <a:cxnLst/>
              <a:rect l="l" t="t" r="r" b="b"/>
              <a:pathLst>
                <a:path w="11345" h="10694" extrusionOk="0">
                  <a:moveTo>
                    <a:pt x="5672" y="10694"/>
                  </a:moveTo>
                  <a:lnTo>
                    <a:pt x="0"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32" name="Google Shape;4632;p35"/>
            <p:cNvSpPr/>
            <p:nvPr/>
          </p:nvSpPr>
          <p:spPr>
            <a:xfrm>
              <a:off x="7925270" y="3997849"/>
              <a:ext cx="608631" cy="573706"/>
            </a:xfrm>
            <a:custGeom>
              <a:avLst/>
              <a:gdLst/>
              <a:ahLst/>
              <a:cxnLst/>
              <a:rect l="l" t="t" r="r" b="b"/>
              <a:pathLst>
                <a:path w="11345" h="10694" extrusionOk="0">
                  <a:moveTo>
                    <a:pt x="5661" y="10694"/>
                  </a:moveTo>
                  <a:lnTo>
                    <a:pt x="1" y="5342"/>
                  </a:lnTo>
                  <a:lnTo>
                    <a:pt x="5661" y="1"/>
                  </a:lnTo>
                  <a:lnTo>
                    <a:pt x="1134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33" name="Google Shape;4633;p35"/>
            <p:cNvSpPr/>
            <p:nvPr/>
          </p:nvSpPr>
          <p:spPr>
            <a:xfrm>
              <a:off x="8534491" y="3997849"/>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34" name="Google Shape;4634;p35"/>
            <p:cNvSpPr/>
            <p:nvPr/>
          </p:nvSpPr>
          <p:spPr>
            <a:xfrm>
              <a:off x="7315512" y="4568444"/>
              <a:ext cx="608631" cy="574940"/>
            </a:xfrm>
            <a:custGeom>
              <a:avLst/>
              <a:gdLst/>
              <a:ahLst/>
              <a:cxnLst/>
              <a:rect l="l" t="t" r="r" b="b"/>
              <a:pathLst>
                <a:path w="11345" h="10717" extrusionOk="0">
                  <a:moveTo>
                    <a:pt x="5672" y="10717"/>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35" name="Google Shape;4635;p35"/>
            <p:cNvSpPr/>
            <p:nvPr/>
          </p:nvSpPr>
          <p:spPr>
            <a:xfrm>
              <a:off x="7925270" y="4568444"/>
              <a:ext cx="608631" cy="574940"/>
            </a:xfrm>
            <a:custGeom>
              <a:avLst/>
              <a:gdLst/>
              <a:ahLst/>
              <a:cxnLst/>
              <a:rect l="l" t="t" r="r" b="b"/>
              <a:pathLst>
                <a:path w="11345" h="10717" extrusionOk="0">
                  <a:moveTo>
                    <a:pt x="5661" y="10717"/>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36" name="Google Shape;4636;p35"/>
            <p:cNvSpPr/>
            <p:nvPr/>
          </p:nvSpPr>
          <p:spPr>
            <a:xfrm>
              <a:off x="8534491" y="4568444"/>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4637" name="Google Shape;4637;p35"/>
          <p:cNvGrpSpPr/>
          <p:nvPr/>
        </p:nvGrpSpPr>
        <p:grpSpPr>
          <a:xfrm rot="10800000">
            <a:off x="444125" y="391825"/>
            <a:ext cx="8255750" cy="4359850"/>
            <a:chOff x="449775" y="420975"/>
            <a:chExt cx="8255750" cy="4359850"/>
          </a:xfrm>
        </p:grpSpPr>
        <p:cxnSp>
          <p:nvCxnSpPr>
            <p:cNvPr id="4638" name="Google Shape;4638;p35"/>
            <p:cNvCxnSpPr/>
            <p:nvPr/>
          </p:nvCxnSpPr>
          <p:spPr>
            <a:xfrm rot="10800000">
              <a:off x="449775" y="420975"/>
              <a:ext cx="0" cy="1980300"/>
            </a:xfrm>
            <a:prstGeom prst="straightConnector1">
              <a:avLst/>
            </a:prstGeom>
            <a:noFill/>
            <a:ln w="9525" cap="flat" cmpd="sng">
              <a:solidFill>
                <a:schemeClr val="dk2"/>
              </a:solidFill>
              <a:prstDash val="solid"/>
              <a:round/>
              <a:headEnd type="none" w="med" len="med"/>
              <a:tailEnd type="none" w="med" len="med"/>
            </a:ln>
          </p:spPr>
        </p:cxnSp>
        <p:cxnSp>
          <p:nvCxnSpPr>
            <p:cNvPr id="4639" name="Google Shape;4639;p35"/>
            <p:cNvCxnSpPr/>
            <p:nvPr/>
          </p:nvCxnSpPr>
          <p:spPr>
            <a:xfrm rot="10800000">
              <a:off x="8705525" y="3848125"/>
              <a:ext cx="0" cy="93270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10_1">
    <p:bg>
      <p:bgPr>
        <a:gradFill>
          <a:gsLst>
            <a:gs pos="0">
              <a:schemeClr val="accent1"/>
            </a:gs>
            <a:gs pos="100000">
              <a:schemeClr val="lt1"/>
            </a:gs>
          </a:gsLst>
          <a:path path="circle">
            <a:fillToRect l="50000" t="50000" r="50000" b="50000"/>
          </a:path>
          <a:tileRect/>
        </a:gradFill>
        <a:effectLst/>
      </p:bgPr>
    </p:bg>
    <p:spTree>
      <p:nvGrpSpPr>
        <p:cNvPr id="1" name="Shape 4640"/>
        <p:cNvGrpSpPr/>
        <p:nvPr/>
      </p:nvGrpSpPr>
      <p:grpSpPr>
        <a:xfrm>
          <a:off x="0" y="0"/>
          <a:ext cx="0" cy="0"/>
          <a:chOff x="0" y="0"/>
          <a:chExt cx="0" cy="0"/>
        </a:xfrm>
      </p:grpSpPr>
      <p:grpSp>
        <p:nvGrpSpPr>
          <p:cNvPr id="4641" name="Google Shape;4641;p36"/>
          <p:cNvGrpSpPr/>
          <p:nvPr/>
        </p:nvGrpSpPr>
        <p:grpSpPr>
          <a:xfrm>
            <a:off x="2" y="46"/>
            <a:ext cx="9143710" cy="5143425"/>
            <a:chOff x="2" y="-41"/>
            <a:chExt cx="9143710" cy="5143425"/>
          </a:xfrm>
        </p:grpSpPr>
        <p:sp>
          <p:nvSpPr>
            <p:cNvPr id="4642" name="Google Shape;4642;p36"/>
            <p:cNvSpPr/>
            <p:nvPr/>
          </p:nvSpPr>
          <p:spPr>
            <a:xfrm>
              <a:off x="2" y="-41"/>
              <a:ext cx="608631" cy="574350"/>
            </a:xfrm>
            <a:custGeom>
              <a:avLst/>
              <a:gdLst/>
              <a:ahLst/>
              <a:cxnLst/>
              <a:rect l="l" t="t" r="r" b="b"/>
              <a:pathLst>
                <a:path w="11345" h="10706" extrusionOk="0">
                  <a:moveTo>
                    <a:pt x="5661" y="10705"/>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43" name="Google Shape;4643;p36"/>
            <p:cNvSpPr/>
            <p:nvPr/>
          </p:nvSpPr>
          <p:spPr>
            <a:xfrm>
              <a:off x="609169" y="-41"/>
              <a:ext cx="609221" cy="574350"/>
            </a:xfrm>
            <a:custGeom>
              <a:avLst/>
              <a:gdLst/>
              <a:ahLst/>
              <a:cxnLst/>
              <a:rect l="l" t="t" r="r" b="b"/>
              <a:pathLst>
                <a:path w="11356" h="10706" extrusionOk="0">
                  <a:moveTo>
                    <a:pt x="5684" y="10705"/>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44" name="Google Shape;4644;p36"/>
            <p:cNvSpPr/>
            <p:nvPr/>
          </p:nvSpPr>
          <p:spPr>
            <a:xfrm>
              <a:off x="1218980" y="-41"/>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45" name="Google Shape;4645;p36"/>
            <p:cNvSpPr/>
            <p:nvPr/>
          </p:nvSpPr>
          <p:spPr>
            <a:xfrm>
              <a:off x="1828738" y="-41"/>
              <a:ext cx="608631" cy="574350"/>
            </a:xfrm>
            <a:custGeom>
              <a:avLst/>
              <a:gdLst/>
              <a:ahLst/>
              <a:cxnLst/>
              <a:rect l="l" t="t" r="r" b="b"/>
              <a:pathLst>
                <a:path w="11345" h="10706" extrusionOk="0">
                  <a:moveTo>
                    <a:pt x="5684" y="10705"/>
                  </a:moveTo>
                  <a:lnTo>
                    <a:pt x="1" y="5341"/>
                  </a:lnTo>
                  <a:lnTo>
                    <a:pt x="5684"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46" name="Google Shape;4646;p36"/>
            <p:cNvSpPr/>
            <p:nvPr/>
          </p:nvSpPr>
          <p:spPr>
            <a:xfrm>
              <a:off x="2439139" y="-41"/>
              <a:ext cx="608631" cy="574350"/>
            </a:xfrm>
            <a:custGeom>
              <a:avLst/>
              <a:gdLst/>
              <a:ahLst/>
              <a:cxnLst/>
              <a:rect l="l" t="t" r="r" b="b"/>
              <a:pathLst>
                <a:path w="11345" h="10706" extrusionOk="0">
                  <a:moveTo>
                    <a:pt x="5672" y="10705"/>
                  </a:moveTo>
                  <a:lnTo>
                    <a:pt x="1"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47" name="Google Shape;4647;p36"/>
            <p:cNvSpPr/>
            <p:nvPr/>
          </p:nvSpPr>
          <p:spPr>
            <a:xfrm>
              <a:off x="3048950" y="-41"/>
              <a:ext cx="608577" cy="574350"/>
            </a:xfrm>
            <a:custGeom>
              <a:avLst/>
              <a:gdLst/>
              <a:ahLst/>
              <a:cxnLst/>
              <a:rect l="l" t="t" r="r" b="b"/>
              <a:pathLst>
                <a:path w="11344" h="10706" extrusionOk="0">
                  <a:moveTo>
                    <a:pt x="5661" y="10705"/>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48" name="Google Shape;4648;p36"/>
            <p:cNvSpPr/>
            <p:nvPr/>
          </p:nvSpPr>
          <p:spPr>
            <a:xfrm>
              <a:off x="3658117" y="-41"/>
              <a:ext cx="609221" cy="574350"/>
            </a:xfrm>
            <a:custGeom>
              <a:avLst/>
              <a:gdLst/>
              <a:ahLst/>
              <a:cxnLst/>
              <a:rect l="l" t="t" r="r" b="b"/>
              <a:pathLst>
                <a:path w="11356" h="10706" extrusionOk="0">
                  <a:moveTo>
                    <a:pt x="5684" y="10705"/>
                  </a:moveTo>
                  <a:lnTo>
                    <a:pt x="0" y="5341"/>
                  </a:lnTo>
                  <a:lnTo>
                    <a:pt x="5684"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49" name="Google Shape;4649;p36"/>
            <p:cNvSpPr/>
            <p:nvPr/>
          </p:nvSpPr>
          <p:spPr>
            <a:xfrm>
              <a:off x="4267875" y="-41"/>
              <a:ext cx="609221" cy="574350"/>
            </a:xfrm>
            <a:custGeom>
              <a:avLst/>
              <a:gdLst/>
              <a:ahLst/>
              <a:cxnLst/>
              <a:rect l="l" t="t" r="r" b="b"/>
              <a:pathLst>
                <a:path w="11356" h="10706" extrusionOk="0">
                  <a:moveTo>
                    <a:pt x="5684" y="10705"/>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50" name="Google Shape;4650;p36"/>
            <p:cNvSpPr/>
            <p:nvPr/>
          </p:nvSpPr>
          <p:spPr>
            <a:xfrm>
              <a:off x="4878276" y="-41"/>
              <a:ext cx="609221" cy="574350"/>
            </a:xfrm>
            <a:custGeom>
              <a:avLst/>
              <a:gdLst/>
              <a:ahLst/>
              <a:cxnLst/>
              <a:rect l="l" t="t" r="r" b="b"/>
              <a:pathLst>
                <a:path w="11356" h="10706" extrusionOk="0">
                  <a:moveTo>
                    <a:pt x="5673" y="10705"/>
                  </a:moveTo>
                  <a:lnTo>
                    <a:pt x="1" y="5341"/>
                  </a:lnTo>
                  <a:lnTo>
                    <a:pt x="5673"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51" name="Google Shape;4651;p36"/>
            <p:cNvSpPr/>
            <p:nvPr/>
          </p:nvSpPr>
          <p:spPr>
            <a:xfrm>
              <a:off x="5488087" y="-41"/>
              <a:ext cx="608631" cy="574350"/>
            </a:xfrm>
            <a:custGeom>
              <a:avLst/>
              <a:gdLst/>
              <a:ahLst/>
              <a:cxnLst/>
              <a:rect l="l" t="t" r="r" b="b"/>
              <a:pathLst>
                <a:path w="11345" h="10706" extrusionOk="0">
                  <a:moveTo>
                    <a:pt x="5672" y="10705"/>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52" name="Google Shape;4652;p36"/>
            <p:cNvSpPr/>
            <p:nvPr/>
          </p:nvSpPr>
          <p:spPr>
            <a:xfrm>
              <a:off x="6097845" y="-41"/>
              <a:ext cx="608631" cy="574350"/>
            </a:xfrm>
            <a:custGeom>
              <a:avLst/>
              <a:gdLst/>
              <a:ahLst/>
              <a:cxnLst/>
              <a:rect l="l" t="t" r="r" b="b"/>
              <a:pathLst>
                <a:path w="11345" h="10706" extrusionOk="0">
                  <a:moveTo>
                    <a:pt x="5661" y="10705"/>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53" name="Google Shape;4653;p36"/>
            <p:cNvSpPr/>
            <p:nvPr/>
          </p:nvSpPr>
          <p:spPr>
            <a:xfrm>
              <a:off x="6707066" y="-41"/>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54" name="Google Shape;4654;p36"/>
            <p:cNvSpPr/>
            <p:nvPr/>
          </p:nvSpPr>
          <p:spPr>
            <a:xfrm>
              <a:off x="2" y="571144"/>
              <a:ext cx="608631" cy="574350"/>
            </a:xfrm>
            <a:custGeom>
              <a:avLst/>
              <a:gdLst/>
              <a:ahLst/>
              <a:cxnLst/>
              <a:rect l="l" t="t" r="r" b="b"/>
              <a:pathLst>
                <a:path w="11345" h="10706" extrusionOk="0">
                  <a:moveTo>
                    <a:pt x="5661" y="10706"/>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55" name="Google Shape;4655;p36"/>
            <p:cNvSpPr/>
            <p:nvPr/>
          </p:nvSpPr>
          <p:spPr>
            <a:xfrm>
              <a:off x="609169" y="571144"/>
              <a:ext cx="609221" cy="574350"/>
            </a:xfrm>
            <a:custGeom>
              <a:avLst/>
              <a:gdLst/>
              <a:ahLst/>
              <a:cxnLst/>
              <a:rect l="l" t="t" r="r" b="b"/>
              <a:pathLst>
                <a:path w="11356" h="10706" extrusionOk="0">
                  <a:moveTo>
                    <a:pt x="5684" y="10706"/>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56" name="Google Shape;4656;p36"/>
            <p:cNvSpPr/>
            <p:nvPr/>
          </p:nvSpPr>
          <p:spPr>
            <a:xfrm>
              <a:off x="1218980" y="571144"/>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57" name="Google Shape;4657;p36"/>
            <p:cNvSpPr/>
            <p:nvPr/>
          </p:nvSpPr>
          <p:spPr>
            <a:xfrm>
              <a:off x="1828738" y="571144"/>
              <a:ext cx="608631" cy="574350"/>
            </a:xfrm>
            <a:custGeom>
              <a:avLst/>
              <a:gdLst/>
              <a:ahLst/>
              <a:cxnLst/>
              <a:rect l="l" t="t" r="r" b="b"/>
              <a:pathLst>
                <a:path w="11345" h="10706" extrusionOk="0">
                  <a:moveTo>
                    <a:pt x="5684" y="10706"/>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58" name="Google Shape;4658;p36"/>
            <p:cNvSpPr/>
            <p:nvPr/>
          </p:nvSpPr>
          <p:spPr>
            <a:xfrm>
              <a:off x="2439139" y="571144"/>
              <a:ext cx="608631" cy="574350"/>
            </a:xfrm>
            <a:custGeom>
              <a:avLst/>
              <a:gdLst/>
              <a:ahLst/>
              <a:cxnLst/>
              <a:rect l="l" t="t" r="r" b="b"/>
              <a:pathLst>
                <a:path w="11345" h="10706" extrusionOk="0">
                  <a:moveTo>
                    <a:pt x="5672" y="10706"/>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59" name="Google Shape;4659;p36"/>
            <p:cNvSpPr/>
            <p:nvPr/>
          </p:nvSpPr>
          <p:spPr>
            <a:xfrm>
              <a:off x="3048950" y="571144"/>
              <a:ext cx="608577" cy="574350"/>
            </a:xfrm>
            <a:custGeom>
              <a:avLst/>
              <a:gdLst/>
              <a:ahLst/>
              <a:cxnLst/>
              <a:rect l="l" t="t" r="r" b="b"/>
              <a:pathLst>
                <a:path w="11344" h="10706" extrusionOk="0">
                  <a:moveTo>
                    <a:pt x="5661" y="10706"/>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60" name="Google Shape;4660;p36"/>
            <p:cNvSpPr/>
            <p:nvPr/>
          </p:nvSpPr>
          <p:spPr>
            <a:xfrm>
              <a:off x="3658117" y="571144"/>
              <a:ext cx="609221" cy="574350"/>
            </a:xfrm>
            <a:custGeom>
              <a:avLst/>
              <a:gdLst/>
              <a:ahLst/>
              <a:cxnLst/>
              <a:rect l="l" t="t" r="r" b="b"/>
              <a:pathLst>
                <a:path w="11356" h="10706" extrusionOk="0">
                  <a:moveTo>
                    <a:pt x="5684" y="10706"/>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61" name="Google Shape;4661;p36"/>
            <p:cNvSpPr/>
            <p:nvPr/>
          </p:nvSpPr>
          <p:spPr>
            <a:xfrm>
              <a:off x="4267875" y="571144"/>
              <a:ext cx="609221" cy="574350"/>
            </a:xfrm>
            <a:custGeom>
              <a:avLst/>
              <a:gdLst/>
              <a:ahLst/>
              <a:cxnLst/>
              <a:rect l="l" t="t" r="r" b="b"/>
              <a:pathLst>
                <a:path w="11356" h="10706" extrusionOk="0">
                  <a:moveTo>
                    <a:pt x="5684" y="10706"/>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62" name="Google Shape;4662;p36"/>
            <p:cNvSpPr/>
            <p:nvPr/>
          </p:nvSpPr>
          <p:spPr>
            <a:xfrm>
              <a:off x="4878276" y="571144"/>
              <a:ext cx="609221" cy="574350"/>
            </a:xfrm>
            <a:custGeom>
              <a:avLst/>
              <a:gdLst/>
              <a:ahLst/>
              <a:cxnLst/>
              <a:rect l="l" t="t" r="r" b="b"/>
              <a:pathLst>
                <a:path w="11356" h="10706" extrusionOk="0">
                  <a:moveTo>
                    <a:pt x="5673" y="10706"/>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63" name="Google Shape;4663;p36"/>
            <p:cNvSpPr/>
            <p:nvPr/>
          </p:nvSpPr>
          <p:spPr>
            <a:xfrm>
              <a:off x="5488087" y="571144"/>
              <a:ext cx="608631" cy="574350"/>
            </a:xfrm>
            <a:custGeom>
              <a:avLst/>
              <a:gdLst/>
              <a:ahLst/>
              <a:cxnLst/>
              <a:rect l="l" t="t" r="r" b="b"/>
              <a:pathLst>
                <a:path w="11345" h="10706" extrusionOk="0">
                  <a:moveTo>
                    <a:pt x="5672" y="10706"/>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64" name="Google Shape;4664;p36"/>
            <p:cNvSpPr/>
            <p:nvPr/>
          </p:nvSpPr>
          <p:spPr>
            <a:xfrm>
              <a:off x="6097845" y="571144"/>
              <a:ext cx="608631" cy="574350"/>
            </a:xfrm>
            <a:custGeom>
              <a:avLst/>
              <a:gdLst/>
              <a:ahLst/>
              <a:cxnLst/>
              <a:rect l="l" t="t" r="r" b="b"/>
              <a:pathLst>
                <a:path w="11345" h="10706" extrusionOk="0">
                  <a:moveTo>
                    <a:pt x="5661" y="10706"/>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65" name="Google Shape;4665;p36"/>
            <p:cNvSpPr/>
            <p:nvPr/>
          </p:nvSpPr>
          <p:spPr>
            <a:xfrm>
              <a:off x="6707066" y="571144"/>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66" name="Google Shape;4666;p36"/>
            <p:cNvSpPr/>
            <p:nvPr/>
          </p:nvSpPr>
          <p:spPr>
            <a:xfrm>
              <a:off x="2" y="1142382"/>
              <a:ext cx="608631" cy="573706"/>
            </a:xfrm>
            <a:custGeom>
              <a:avLst/>
              <a:gdLst/>
              <a:ahLst/>
              <a:cxnLst/>
              <a:rect l="l" t="t" r="r" b="b"/>
              <a:pathLst>
                <a:path w="11345" h="10694" extrusionOk="0">
                  <a:moveTo>
                    <a:pt x="5661" y="10694"/>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67" name="Google Shape;4667;p36"/>
            <p:cNvSpPr/>
            <p:nvPr/>
          </p:nvSpPr>
          <p:spPr>
            <a:xfrm>
              <a:off x="609169" y="1142382"/>
              <a:ext cx="609221" cy="573706"/>
            </a:xfrm>
            <a:custGeom>
              <a:avLst/>
              <a:gdLst/>
              <a:ahLst/>
              <a:cxnLst/>
              <a:rect l="l" t="t" r="r" b="b"/>
              <a:pathLst>
                <a:path w="11356" h="10694" extrusionOk="0">
                  <a:moveTo>
                    <a:pt x="5684" y="10694"/>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68" name="Google Shape;4668;p36"/>
            <p:cNvSpPr/>
            <p:nvPr/>
          </p:nvSpPr>
          <p:spPr>
            <a:xfrm>
              <a:off x="1218980" y="1142382"/>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69" name="Google Shape;4669;p36"/>
            <p:cNvSpPr/>
            <p:nvPr/>
          </p:nvSpPr>
          <p:spPr>
            <a:xfrm>
              <a:off x="1828738" y="1142382"/>
              <a:ext cx="608631" cy="573706"/>
            </a:xfrm>
            <a:custGeom>
              <a:avLst/>
              <a:gdLst/>
              <a:ahLst/>
              <a:cxnLst/>
              <a:rect l="l" t="t" r="r" b="b"/>
              <a:pathLst>
                <a:path w="11345" h="10694" extrusionOk="0">
                  <a:moveTo>
                    <a:pt x="5684" y="10694"/>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70" name="Google Shape;4670;p36"/>
            <p:cNvSpPr/>
            <p:nvPr/>
          </p:nvSpPr>
          <p:spPr>
            <a:xfrm>
              <a:off x="2439139" y="1142382"/>
              <a:ext cx="608631" cy="573706"/>
            </a:xfrm>
            <a:custGeom>
              <a:avLst/>
              <a:gdLst/>
              <a:ahLst/>
              <a:cxnLst/>
              <a:rect l="l" t="t" r="r" b="b"/>
              <a:pathLst>
                <a:path w="11345" h="10694" extrusionOk="0">
                  <a:moveTo>
                    <a:pt x="5672" y="10694"/>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71" name="Google Shape;4671;p36"/>
            <p:cNvSpPr/>
            <p:nvPr/>
          </p:nvSpPr>
          <p:spPr>
            <a:xfrm>
              <a:off x="3048950" y="1142382"/>
              <a:ext cx="608577" cy="573706"/>
            </a:xfrm>
            <a:custGeom>
              <a:avLst/>
              <a:gdLst/>
              <a:ahLst/>
              <a:cxnLst/>
              <a:rect l="l" t="t" r="r" b="b"/>
              <a:pathLst>
                <a:path w="11344" h="10694" extrusionOk="0">
                  <a:moveTo>
                    <a:pt x="5661" y="10694"/>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72" name="Google Shape;4672;p36"/>
            <p:cNvSpPr/>
            <p:nvPr/>
          </p:nvSpPr>
          <p:spPr>
            <a:xfrm>
              <a:off x="3658117" y="1142382"/>
              <a:ext cx="609221" cy="573706"/>
            </a:xfrm>
            <a:custGeom>
              <a:avLst/>
              <a:gdLst/>
              <a:ahLst/>
              <a:cxnLst/>
              <a:rect l="l" t="t" r="r" b="b"/>
              <a:pathLst>
                <a:path w="11356" h="10694" extrusionOk="0">
                  <a:moveTo>
                    <a:pt x="5684" y="10694"/>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73" name="Google Shape;4673;p36"/>
            <p:cNvSpPr/>
            <p:nvPr/>
          </p:nvSpPr>
          <p:spPr>
            <a:xfrm>
              <a:off x="4267875" y="1142382"/>
              <a:ext cx="609221" cy="573706"/>
            </a:xfrm>
            <a:custGeom>
              <a:avLst/>
              <a:gdLst/>
              <a:ahLst/>
              <a:cxnLst/>
              <a:rect l="l" t="t" r="r" b="b"/>
              <a:pathLst>
                <a:path w="11356" h="10694" extrusionOk="0">
                  <a:moveTo>
                    <a:pt x="5684" y="10694"/>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74" name="Google Shape;4674;p36"/>
            <p:cNvSpPr/>
            <p:nvPr/>
          </p:nvSpPr>
          <p:spPr>
            <a:xfrm>
              <a:off x="4878276" y="1142382"/>
              <a:ext cx="609221" cy="573706"/>
            </a:xfrm>
            <a:custGeom>
              <a:avLst/>
              <a:gdLst/>
              <a:ahLst/>
              <a:cxnLst/>
              <a:rect l="l" t="t" r="r" b="b"/>
              <a:pathLst>
                <a:path w="11356" h="10694" extrusionOk="0">
                  <a:moveTo>
                    <a:pt x="5673" y="10694"/>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75" name="Google Shape;4675;p36"/>
            <p:cNvSpPr/>
            <p:nvPr/>
          </p:nvSpPr>
          <p:spPr>
            <a:xfrm>
              <a:off x="5488087" y="1142382"/>
              <a:ext cx="608631" cy="573706"/>
            </a:xfrm>
            <a:custGeom>
              <a:avLst/>
              <a:gdLst/>
              <a:ahLst/>
              <a:cxnLst/>
              <a:rect l="l" t="t" r="r" b="b"/>
              <a:pathLst>
                <a:path w="11345" h="10694" extrusionOk="0">
                  <a:moveTo>
                    <a:pt x="5672" y="10694"/>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76" name="Google Shape;4676;p36"/>
            <p:cNvSpPr/>
            <p:nvPr/>
          </p:nvSpPr>
          <p:spPr>
            <a:xfrm>
              <a:off x="6097845" y="1142382"/>
              <a:ext cx="608631" cy="573706"/>
            </a:xfrm>
            <a:custGeom>
              <a:avLst/>
              <a:gdLst/>
              <a:ahLst/>
              <a:cxnLst/>
              <a:rect l="l" t="t" r="r" b="b"/>
              <a:pathLst>
                <a:path w="11345" h="10694" extrusionOk="0">
                  <a:moveTo>
                    <a:pt x="5661" y="10694"/>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77" name="Google Shape;4677;p36"/>
            <p:cNvSpPr/>
            <p:nvPr/>
          </p:nvSpPr>
          <p:spPr>
            <a:xfrm>
              <a:off x="6707066" y="1142382"/>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78" name="Google Shape;4678;p36"/>
            <p:cNvSpPr/>
            <p:nvPr/>
          </p:nvSpPr>
          <p:spPr>
            <a:xfrm>
              <a:off x="2" y="1712977"/>
              <a:ext cx="608631" cy="574350"/>
            </a:xfrm>
            <a:custGeom>
              <a:avLst/>
              <a:gdLst/>
              <a:ahLst/>
              <a:cxnLst/>
              <a:rect l="l" t="t" r="r" b="b"/>
              <a:pathLst>
                <a:path w="11345" h="10706" extrusionOk="0">
                  <a:moveTo>
                    <a:pt x="5661" y="10705"/>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79" name="Google Shape;4679;p36"/>
            <p:cNvSpPr/>
            <p:nvPr/>
          </p:nvSpPr>
          <p:spPr>
            <a:xfrm>
              <a:off x="609169" y="1712977"/>
              <a:ext cx="609221" cy="574350"/>
            </a:xfrm>
            <a:custGeom>
              <a:avLst/>
              <a:gdLst/>
              <a:ahLst/>
              <a:cxnLst/>
              <a:rect l="l" t="t" r="r" b="b"/>
              <a:pathLst>
                <a:path w="11356" h="10706" extrusionOk="0">
                  <a:moveTo>
                    <a:pt x="5684" y="10705"/>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80" name="Google Shape;4680;p36"/>
            <p:cNvSpPr/>
            <p:nvPr/>
          </p:nvSpPr>
          <p:spPr>
            <a:xfrm>
              <a:off x="1218980" y="1712977"/>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81" name="Google Shape;4681;p36"/>
            <p:cNvSpPr/>
            <p:nvPr/>
          </p:nvSpPr>
          <p:spPr>
            <a:xfrm>
              <a:off x="1828738" y="1712977"/>
              <a:ext cx="608631" cy="574350"/>
            </a:xfrm>
            <a:custGeom>
              <a:avLst/>
              <a:gdLst/>
              <a:ahLst/>
              <a:cxnLst/>
              <a:rect l="l" t="t" r="r" b="b"/>
              <a:pathLst>
                <a:path w="11345" h="10706" extrusionOk="0">
                  <a:moveTo>
                    <a:pt x="5684" y="10705"/>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82" name="Google Shape;4682;p36"/>
            <p:cNvSpPr/>
            <p:nvPr/>
          </p:nvSpPr>
          <p:spPr>
            <a:xfrm>
              <a:off x="2439139" y="1712977"/>
              <a:ext cx="608631" cy="574350"/>
            </a:xfrm>
            <a:custGeom>
              <a:avLst/>
              <a:gdLst/>
              <a:ahLst/>
              <a:cxnLst/>
              <a:rect l="l" t="t" r="r" b="b"/>
              <a:pathLst>
                <a:path w="11345" h="10706" extrusionOk="0">
                  <a:moveTo>
                    <a:pt x="5672" y="10705"/>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83" name="Google Shape;4683;p36"/>
            <p:cNvSpPr/>
            <p:nvPr/>
          </p:nvSpPr>
          <p:spPr>
            <a:xfrm>
              <a:off x="3048950" y="1712977"/>
              <a:ext cx="608577" cy="574350"/>
            </a:xfrm>
            <a:custGeom>
              <a:avLst/>
              <a:gdLst/>
              <a:ahLst/>
              <a:cxnLst/>
              <a:rect l="l" t="t" r="r" b="b"/>
              <a:pathLst>
                <a:path w="11344" h="10706" extrusionOk="0">
                  <a:moveTo>
                    <a:pt x="5661" y="10705"/>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84" name="Google Shape;4684;p36"/>
            <p:cNvSpPr/>
            <p:nvPr/>
          </p:nvSpPr>
          <p:spPr>
            <a:xfrm>
              <a:off x="3658117" y="1712977"/>
              <a:ext cx="609221" cy="574350"/>
            </a:xfrm>
            <a:custGeom>
              <a:avLst/>
              <a:gdLst/>
              <a:ahLst/>
              <a:cxnLst/>
              <a:rect l="l" t="t" r="r" b="b"/>
              <a:pathLst>
                <a:path w="11356" h="10706" extrusionOk="0">
                  <a:moveTo>
                    <a:pt x="5684" y="10705"/>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85" name="Google Shape;4685;p36"/>
            <p:cNvSpPr/>
            <p:nvPr/>
          </p:nvSpPr>
          <p:spPr>
            <a:xfrm>
              <a:off x="4267875" y="1712977"/>
              <a:ext cx="609221" cy="574350"/>
            </a:xfrm>
            <a:custGeom>
              <a:avLst/>
              <a:gdLst/>
              <a:ahLst/>
              <a:cxnLst/>
              <a:rect l="l" t="t" r="r" b="b"/>
              <a:pathLst>
                <a:path w="11356" h="10706" extrusionOk="0">
                  <a:moveTo>
                    <a:pt x="5684" y="10705"/>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86" name="Google Shape;4686;p36"/>
            <p:cNvSpPr/>
            <p:nvPr/>
          </p:nvSpPr>
          <p:spPr>
            <a:xfrm>
              <a:off x="4878276" y="1712977"/>
              <a:ext cx="609221" cy="574350"/>
            </a:xfrm>
            <a:custGeom>
              <a:avLst/>
              <a:gdLst/>
              <a:ahLst/>
              <a:cxnLst/>
              <a:rect l="l" t="t" r="r" b="b"/>
              <a:pathLst>
                <a:path w="11356" h="10706" extrusionOk="0">
                  <a:moveTo>
                    <a:pt x="5673" y="10705"/>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87" name="Google Shape;4687;p36"/>
            <p:cNvSpPr/>
            <p:nvPr/>
          </p:nvSpPr>
          <p:spPr>
            <a:xfrm>
              <a:off x="5488087" y="1712977"/>
              <a:ext cx="608631" cy="574350"/>
            </a:xfrm>
            <a:custGeom>
              <a:avLst/>
              <a:gdLst/>
              <a:ahLst/>
              <a:cxnLst/>
              <a:rect l="l" t="t" r="r" b="b"/>
              <a:pathLst>
                <a:path w="11345" h="10706" extrusionOk="0">
                  <a:moveTo>
                    <a:pt x="5672" y="10705"/>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88" name="Google Shape;4688;p36"/>
            <p:cNvSpPr/>
            <p:nvPr/>
          </p:nvSpPr>
          <p:spPr>
            <a:xfrm>
              <a:off x="6097845" y="1712977"/>
              <a:ext cx="608631" cy="574350"/>
            </a:xfrm>
            <a:custGeom>
              <a:avLst/>
              <a:gdLst/>
              <a:ahLst/>
              <a:cxnLst/>
              <a:rect l="l" t="t" r="r" b="b"/>
              <a:pathLst>
                <a:path w="11345" h="10706" extrusionOk="0">
                  <a:moveTo>
                    <a:pt x="5661" y="10705"/>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89" name="Google Shape;4689;p36"/>
            <p:cNvSpPr/>
            <p:nvPr/>
          </p:nvSpPr>
          <p:spPr>
            <a:xfrm>
              <a:off x="6707066" y="1712977"/>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90" name="Google Shape;4690;p36"/>
            <p:cNvSpPr/>
            <p:nvPr/>
          </p:nvSpPr>
          <p:spPr>
            <a:xfrm>
              <a:off x="2" y="2284216"/>
              <a:ext cx="608631" cy="574940"/>
            </a:xfrm>
            <a:custGeom>
              <a:avLst/>
              <a:gdLst/>
              <a:ahLst/>
              <a:cxnLst/>
              <a:rect l="l" t="t" r="r" b="b"/>
              <a:pathLst>
                <a:path w="11345" h="10717" extrusionOk="0">
                  <a:moveTo>
                    <a:pt x="5661" y="10716"/>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91" name="Google Shape;4691;p36"/>
            <p:cNvSpPr/>
            <p:nvPr/>
          </p:nvSpPr>
          <p:spPr>
            <a:xfrm>
              <a:off x="609169" y="2284216"/>
              <a:ext cx="609221" cy="574940"/>
            </a:xfrm>
            <a:custGeom>
              <a:avLst/>
              <a:gdLst/>
              <a:ahLst/>
              <a:cxnLst/>
              <a:rect l="l" t="t" r="r" b="b"/>
              <a:pathLst>
                <a:path w="11356" h="10717" extrusionOk="0">
                  <a:moveTo>
                    <a:pt x="5684" y="10716"/>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92" name="Google Shape;4692;p36"/>
            <p:cNvSpPr/>
            <p:nvPr/>
          </p:nvSpPr>
          <p:spPr>
            <a:xfrm>
              <a:off x="1218980" y="2284216"/>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93" name="Google Shape;4693;p36"/>
            <p:cNvSpPr/>
            <p:nvPr/>
          </p:nvSpPr>
          <p:spPr>
            <a:xfrm>
              <a:off x="1828738" y="2284216"/>
              <a:ext cx="608631" cy="574940"/>
            </a:xfrm>
            <a:custGeom>
              <a:avLst/>
              <a:gdLst/>
              <a:ahLst/>
              <a:cxnLst/>
              <a:rect l="l" t="t" r="r" b="b"/>
              <a:pathLst>
                <a:path w="11345" h="10717" extrusionOk="0">
                  <a:moveTo>
                    <a:pt x="5684" y="10716"/>
                  </a:moveTo>
                  <a:lnTo>
                    <a:pt x="1" y="5352"/>
                  </a:lnTo>
                  <a:lnTo>
                    <a:pt x="5684"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94" name="Google Shape;4694;p36"/>
            <p:cNvSpPr/>
            <p:nvPr/>
          </p:nvSpPr>
          <p:spPr>
            <a:xfrm>
              <a:off x="2439139" y="2284216"/>
              <a:ext cx="608631" cy="574940"/>
            </a:xfrm>
            <a:custGeom>
              <a:avLst/>
              <a:gdLst/>
              <a:ahLst/>
              <a:cxnLst/>
              <a:rect l="l" t="t" r="r" b="b"/>
              <a:pathLst>
                <a:path w="11345" h="10717" extrusionOk="0">
                  <a:moveTo>
                    <a:pt x="5672" y="10716"/>
                  </a:moveTo>
                  <a:lnTo>
                    <a:pt x="1"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95" name="Google Shape;4695;p36"/>
            <p:cNvSpPr/>
            <p:nvPr/>
          </p:nvSpPr>
          <p:spPr>
            <a:xfrm>
              <a:off x="3048950" y="2284216"/>
              <a:ext cx="608577" cy="574940"/>
            </a:xfrm>
            <a:custGeom>
              <a:avLst/>
              <a:gdLst/>
              <a:ahLst/>
              <a:cxnLst/>
              <a:rect l="l" t="t" r="r" b="b"/>
              <a:pathLst>
                <a:path w="11344" h="10717" extrusionOk="0">
                  <a:moveTo>
                    <a:pt x="5661" y="10716"/>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96" name="Google Shape;4696;p36"/>
            <p:cNvSpPr/>
            <p:nvPr/>
          </p:nvSpPr>
          <p:spPr>
            <a:xfrm>
              <a:off x="3658117" y="2284216"/>
              <a:ext cx="609221" cy="574940"/>
            </a:xfrm>
            <a:custGeom>
              <a:avLst/>
              <a:gdLst/>
              <a:ahLst/>
              <a:cxnLst/>
              <a:rect l="l" t="t" r="r" b="b"/>
              <a:pathLst>
                <a:path w="11356" h="10717" extrusionOk="0">
                  <a:moveTo>
                    <a:pt x="5684" y="10716"/>
                  </a:moveTo>
                  <a:lnTo>
                    <a:pt x="0" y="5352"/>
                  </a:lnTo>
                  <a:lnTo>
                    <a:pt x="5684"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97" name="Google Shape;4697;p36"/>
            <p:cNvSpPr/>
            <p:nvPr/>
          </p:nvSpPr>
          <p:spPr>
            <a:xfrm>
              <a:off x="4267875" y="2284216"/>
              <a:ext cx="609221" cy="574940"/>
            </a:xfrm>
            <a:custGeom>
              <a:avLst/>
              <a:gdLst/>
              <a:ahLst/>
              <a:cxnLst/>
              <a:rect l="l" t="t" r="r" b="b"/>
              <a:pathLst>
                <a:path w="11356" h="10717" extrusionOk="0">
                  <a:moveTo>
                    <a:pt x="5684" y="10716"/>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98" name="Google Shape;4698;p36"/>
            <p:cNvSpPr/>
            <p:nvPr/>
          </p:nvSpPr>
          <p:spPr>
            <a:xfrm>
              <a:off x="4878276" y="2284216"/>
              <a:ext cx="609221" cy="574940"/>
            </a:xfrm>
            <a:custGeom>
              <a:avLst/>
              <a:gdLst/>
              <a:ahLst/>
              <a:cxnLst/>
              <a:rect l="l" t="t" r="r" b="b"/>
              <a:pathLst>
                <a:path w="11356" h="10717" extrusionOk="0">
                  <a:moveTo>
                    <a:pt x="5673" y="10716"/>
                  </a:moveTo>
                  <a:lnTo>
                    <a:pt x="1" y="5352"/>
                  </a:lnTo>
                  <a:lnTo>
                    <a:pt x="5673"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699" name="Google Shape;4699;p36"/>
            <p:cNvSpPr/>
            <p:nvPr/>
          </p:nvSpPr>
          <p:spPr>
            <a:xfrm>
              <a:off x="5488087" y="2284216"/>
              <a:ext cx="608631" cy="574940"/>
            </a:xfrm>
            <a:custGeom>
              <a:avLst/>
              <a:gdLst/>
              <a:ahLst/>
              <a:cxnLst/>
              <a:rect l="l" t="t" r="r" b="b"/>
              <a:pathLst>
                <a:path w="11345" h="10717" extrusionOk="0">
                  <a:moveTo>
                    <a:pt x="5672" y="10716"/>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00" name="Google Shape;4700;p36"/>
            <p:cNvSpPr/>
            <p:nvPr/>
          </p:nvSpPr>
          <p:spPr>
            <a:xfrm>
              <a:off x="6097845" y="2284216"/>
              <a:ext cx="608631" cy="574940"/>
            </a:xfrm>
            <a:custGeom>
              <a:avLst/>
              <a:gdLst/>
              <a:ahLst/>
              <a:cxnLst/>
              <a:rect l="l" t="t" r="r" b="b"/>
              <a:pathLst>
                <a:path w="11345" h="10717" extrusionOk="0">
                  <a:moveTo>
                    <a:pt x="5661" y="10716"/>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01" name="Google Shape;4701;p36"/>
            <p:cNvSpPr/>
            <p:nvPr/>
          </p:nvSpPr>
          <p:spPr>
            <a:xfrm>
              <a:off x="6707066" y="2284216"/>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02" name="Google Shape;4702;p36"/>
            <p:cNvSpPr/>
            <p:nvPr/>
          </p:nvSpPr>
          <p:spPr>
            <a:xfrm>
              <a:off x="2" y="2856045"/>
              <a:ext cx="608631" cy="573706"/>
            </a:xfrm>
            <a:custGeom>
              <a:avLst/>
              <a:gdLst/>
              <a:ahLst/>
              <a:cxnLst/>
              <a:rect l="l" t="t" r="r" b="b"/>
              <a:pathLst>
                <a:path w="11345" h="10694" extrusionOk="0">
                  <a:moveTo>
                    <a:pt x="5661" y="10693"/>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03" name="Google Shape;4703;p36"/>
            <p:cNvSpPr/>
            <p:nvPr/>
          </p:nvSpPr>
          <p:spPr>
            <a:xfrm>
              <a:off x="609169" y="2856045"/>
              <a:ext cx="609221" cy="573706"/>
            </a:xfrm>
            <a:custGeom>
              <a:avLst/>
              <a:gdLst/>
              <a:ahLst/>
              <a:cxnLst/>
              <a:rect l="l" t="t" r="r" b="b"/>
              <a:pathLst>
                <a:path w="11356" h="10694" extrusionOk="0">
                  <a:moveTo>
                    <a:pt x="5684" y="10693"/>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04" name="Google Shape;4704;p36"/>
            <p:cNvSpPr/>
            <p:nvPr/>
          </p:nvSpPr>
          <p:spPr>
            <a:xfrm>
              <a:off x="1218980" y="2856045"/>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05" name="Google Shape;4705;p36"/>
            <p:cNvSpPr/>
            <p:nvPr/>
          </p:nvSpPr>
          <p:spPr>
            <a:xfrm>
              <a:off x="1828738" y="2856045"/>
              <a:ext cx="608631" cy="573706"/>
            </a:xfrm>
            <a:custGeom>
              <a:avLst/>
              <a:gdLst/>
              <a:ahLst/>
              <a:cxnLst/>
              <a:rect l="l" t="t" r="r" b="b"/>
              <a:pathLst>
                <a:path w="11345" h="10694" extrusionOk="0">
                  <a:moveTo>
                    <a:pt x="5684" y="10693"/>
                  </a:moveTo>
                  <a:lnTo>
                    <a:pt x="1" y="5341"/>
                  </a:lnTo>
                  <a:lnTo>
                    <a:pt x="5684"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06" name="Google Shape;4706;p36"/>
            <p:cNvSpPr/>
            <p:nvPr/>
          </p:nvSpPr>
          <p:spPr>
            <a:xfrm>
              <a:off x="2439139" y="2856045"/>
              <a:ext cx="608631" cy="573706"/>
            </a:xfrm>
            <a:custGeom>
              <a:avLst/>
              <a:gdLst/>
              <a:ahLst/>
              <a:cxnLst/>
              <a:rect l="l" t="t" r="r" b="b"/>
              <a:pathLst>
                <a:path w="11345" h="10694" extrusionOk="0">
                  <a:moveTo>
                    <a:pt x="5672" y="10693"/>
                  </a:moveTo>
                  <a:lnTo>
                    <a:pt x="1"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07" name="Google Shape;4707;p36"/>
            <p:cNvSpPr/>
            <p:nvPr/>
          </p:nvSpPr>
          <p:spPr>
            <a:xfrm>
              <a:off x="3048950" y="2856045"/>
              <a:ext cx="608577" cy="573706"/>
            </a:xfrm>
            <a:custGeom>
              <a:avLst/>
              <a:gdLst/>
              <a:ahLst/>
              <a:cxnLst/>
              <a:rect l="l" t="t" r="r" b="b"/>
              <a:pathLst>
                <a:path w="11344" h="10694" extrusionOk="0">
                  <a:moveTo>
                    <a:pt x="5661" y="10693"/>
                  </a:moveTo>
                  <a:lnTo>
                    <a:pt x="0" y="5341"/>
                  </a:lnTo>
                  <a:lnTo>
                    <a:pt x="5661"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08" name="Google Shape;4708;p36"/>
            <p:cNvSpPr/>
            <p:nvPr/>
          </p:nvSpPr>
          <p:spPr>
            <a:xfrm>
              <a:off x="3658117" y="2856045"/>
              <a:ext cx="609221" cy="573706"/>
            </a:xfrm>
            <a:custGeom>
              <a:avLst/>
              <a:gdLst/>
              <a:ahLst/>
              <a:cxnLst/>
              <a:rect l="l" t="t" r="r" b="b"/>
              <a:pathLst>
                <a:path w="11356" h="10694" extrusionOk="0">
                  <a:moveTo>
                    <a:pt x="5684" y="10693"/>
                  </a:moveTo>
                  <a:lnTo>
                    <a:pt x="0" y="5341"/>
                  </a:lnTo>
                  <a:lnTo>
                    <a:pt x="5684"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09" name="Google Shape;4709;p36"/>
            <p:cNvSpPr/>
            <p:nvPr/>
          </p:nvSpPr>
          <p:spPr>
            <a:xfrm>
              <a:off x="4267875" y="2856045"/>
              <a:ext cx="609221" cy="573706"/>
            </a:xfrm>
            <a:custGeom>
              <a:avLst/>
              <a:gdLst/>
              <a:ahLst/>
              <a:cxnLst/>
              <a:rect l="l" t="t" r="r" b="b"/>
              <a:pathLst>
                <a:path w="11356" h="10694" extrusionOk="0">
                  <a:moveTo>
                    <a:pt x="5684" y="10693"/>
                  </a:moveTo>
                  <a:lnTo>
                    <a:pt x="1" y="5341"/>
                  </a:lnTo>
                  <a:lnTo>
                    <a:pt x="5684"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10" name="Google Shape;4710;p36"/>
            <p:cNvSpPr/>
            <p:nvPr/>
          </p:nvSpPr>
          <p:spPr>
            <a:xfrm>
              <a:off x="4878276" y="2856045"/>
              <a:ext cx="609221" cy="573706"/>
            </a:xfrm>
            <a:custGeom>
              <a:avLst/>
              <a:gdLst/>
              <a:ahLst/>
              <a:cxnLst/>
              <a:rect l="l" t="t" r="r" b="b"/>
              <a:pathLst>
                <a:path w="11356" h="10694" extrusionOk="0">
                  <a:moveTo>
                    <a:pt x="5673" y="10693"/>
                  </a:moveTo>
                  <a:lnTo>
                    <a:pt x="1" y="5341"/>
                  </a:lnTo>
                  <a:lnTo>
                    <a:pt x="5673" y="0"/>
                  </a:lnTo>
                  <a:lnTo>
                    <a:pt x="11356"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11" name="Google Shape;4711;p36"/>
            <p:cNvSpPr/>
            <p:nvPr/>
          </p:nvSpPr>
          <p:spPr>
            <a:xfrm>
              <a:off x="5488087" y="2856045"/>
              <a:ext cx="608631" cy="573706"/>
            </a:xfrm>
            <a:custGeom>
              <a:avLst/>
              <a:gdLst/>
              <a:ahLst/>
              <a:cxnLst/>
              <a:rect l="l" t="t" r="r" b="b"/>
              <a:pathLst>
                <a:path w="11345" h="10694" extrusionOk="0">
                  <a:moveTo>
                    <a:pt x="5672" y="10693"/>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12" name="Google Shape;4712;p36"/>
            <p:cNvSpPr/>
            <p:nvPr/>
          </p:nvSpPr>
          <p:spPr>
            <a:xfrm>
              <a:off x="6097845" y="2856045"/>
              <a:ext cx="608631" cy="573706"/>
            </a:xfrm>
            <a:custGeom>
              <a:avLst/>
              <a:gdLst/>
              <a:ahLst/>
              <a:cxnLst/>
              <a:rect l="l" t="t" r="r" b="b"/>
              <a:pathLst>
                <a:path w="11345" h="10694" extrusionOk="0">
                  <a:moveTo>
                    <a:pt x="5661" y="10693"/>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13" name="Google Shape;4713;p36"/>
            <p:cNvSpPr/>
            <p:nvPr/>
          </p:nvSpPr>
          <p:spPr>
            <a:xfrm>
              <a:off x="6707066" y="2856045"/>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14" name="Google Shape;4714;p36"/>
            <p:cNvSpPr/>
            <p:nvPr/>
          </p:nvSpPr>
          <p:spPr>
            <a:xfrm>
              <a:off x="2" y="3426639"/>
              <a:ext cx="608631" cy="574296"/>
            </a:xfrm>
            <a:custGeom>
              <a:avLst/>
              <a:gdLst/>
              <a:ahLst/>
              <a:cxnLst/>
              <a:rect l="l" t="t" r="r" b="b"/>
              <a:pathLst>
                <a:path w="11345" h="10705" extrusionOk="0">
                  <a:moveTo>
                    <a:pt x="5661" y="10705"/>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15" name="Google Shape;4715;p36"/>
            <p:cNvSpPr/>
            <p:nvPr/>
          </p:nvSpPr>
          <p:spPr>
            <a:xfrm>
              <a:off x="609169" y="3426639"/>
              <a:ext cx="609221" cy="574296"/>
            </a:xfrm>
            <a:custGeom>
              <a:avLst/>
              <a:gdLst/>
              <a:ahLst/>
              <a:cxnLst/>
              <a:rect l="l" t="t" r="r" b="b"/>
              <a:pathLst>
                <a:path w="11356" h="10705" extrusionOk="0">
                  <a:moveTo>
                    <a:pt x="5684" y="10705"/>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16" name="Google Shape;4716;p36"/>
            <p:cNvSpPr/>
            <p:nvPr/>
          </p:nvSpPr>
          <p:spPr>
            <a:xfrm>
              <a:off x="1218980" y="3426639"/>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17" name="Google Shape;4717;p36"/>
            <p:cNvSpPr/>
            <p:nvPr/>
          </p:nvSpPr>
          <p:spPr>
            <a:xfrm>
              <a:off x="1828738" y="3426639"/>
              <a:ext cx="608631" cy="574296"/>
            </a:xfrm>
            <a:custGeom>
              <a:avLst/>
              <a:gdLst/>
              <a:ahLst/>
              <a:cxnLst/>
              <a:rect l="l" t="t" r="r" b="b"/>
              <a:pathLst>
                <a:path w="11345" h="10705" extrusionOk="0">
                  <a:moveTo>
                    <a:pt x="5684" y="10705"/>
                  </a:moveTo>
                  <a:lnTo>
                    <a:pt x="1" y="5352"/>
                  </a:lnTo>
                  <a:lnTo>
                    <a:pt x="5684"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18" name="Google Shape;4718;p36"/>
            <p:cNvSpPr/>
            <p:nvPr/>
          </p:nvSpPr>
          <p:spPr>
            <a:xfrm>
              <a:off x="2439139" y="3426639"/>
              <a:ext cx="608631" cy="574296"/>
            </a:xfrm>
            <a:custGeom>
              <a:avLst/>
              <a:gdLst/>
              <a:ahLst/>
              <a:cxnLst/>
              <a:rect l="l" t="t" r="r" b="b"/>
              <a:pathLst>
                <a:path w="11345" h="10705" extrusionOk="0">
                  <a:moveTo>
                    <a:pt x="5672" y="10705"/>
                  </a:moveTo>
                  <a:lnTo>
                    <a:pt x="1"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19" name="Google Shape;4719;p36"/>
            <p:cNvSpPr/>
            <p:nvPr/>
          </p:nvSpPr>
          <p:spPr>
            <a:xfrm>
              <a:off x="3048950" y="3426639"/>
              <a:ext cx="608577" cy="574296"/>
            </a:xfrm>
            <a:custGeom>
              <a:avLst/>
              <a:gdLst/>
              <a:ahLst/>
              <a:cxnLst/>
              <a:rect l="l" t="t" r="r" b="b"/>
              <a:pathLst>
                <a:path w="11344" h="10705" extrusionOk="0">
                  <a:moveTo>
                    <a:pt x="5661" y="10705"/>
                  </a:moveTo>
                  <a:lnTo>
                    <a:pt x="0" y="5352"/>
                  </a:lnTo>
                  <a:lnTo>
                    <a:pt x="5661"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20" name="Google Shape;4720;p36"/>
            <p:cNvSpPr/>
            <p:nvPr/>
          </p:nvSpPr>
          <p:spPr>
            <a:xfrm>
              <a:off x="3658117" y="3426639"/>
              <a:ext cx="609221" cy="574296"/>
            </a:xfrm>
            <a:custGeom>
              <a:avLst/>
              <a:gdLst/>
              <a:ahLst/>
              <a:cxnLst/>
              <a:rect l="l" t="t" r="r" b="b"/>
              <a:pathLst>
                <a:path w="11356" h="10705" extrusionOk="0">
                  <a:moveTo>
                    <a:pt x="5684" y="10705"/>
                  </a:moveTo>
                  <a:lnTo>
                    <a:pt x="0" y="5352"/>
                  </a:lnTo>
                  <a:lnTo>
                    <a:pt x="5684"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21" name="Google Shape;4721;p36"/>
            <p:cNvSpPr/>
            <p:nvPr/>
          </p:nvSpPr>
          <p:spPr>
            <a:xfrm>
              <a:off x="4267875" y="3426639"/>
              <a:ext cx="609221" cy="574296"/>
            </a:xfrm>
            <a:custGeom>
              <a:avLst/>
              <a:gdLst/>
              <a:ahLst/>
              <a:cxnLst/>
              <a:rect l="l" t="t" r="r" b="b"/>
              <a:pathLst>
                <a:path w="11356" h="10705" extrusionOk="0">
                  <a:moveTo>
                    <a:pt x="5684" y="10705"/>
                  </a:moveTo>
                  <a:lnTo>
                    <a:pt x="1" y="5352"/>
                  </a:lnTo>
                  <a:lnTo>
                    <a:pt x="5684"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22" name="Google Shape;4722;p36"/>
            <p:cNvSpPr/>
            <p:nvPr/>
          </p:nvSpPr>
          <p:spPr>
            <a:xfrm>
              <a:off x="4878276" y="3426639"/>
              <a:ext cx="609221" cy="574296"/>
            </a:xfrm>
            <a:custGeom>
              <a:avLst/>
              <a:gdLst/>
              <a:ahLst/>
              <a:cxnLst/>
              <a:rect l="l" t="t" r="r" b="b"/>
              <a:pathLst>
                <a:path w="11356" h="10705" extrusionOk="0">
                  <a:moveTo>
                    <a:pt x="5673" y="10705"/>
                  </a:moveTo>
                  <a:lnTo>
                    <a:pt x="1" y="5352"/>
                  </a:lnTo>
                  <a:lnTo>
                    <a:pt x="5673" y="0"/>
                  </a:lnTo>
                  <a:lnTo>
                    <a:pt x="11356"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23" name="Google Shape;4723;p36"/>
            <p:cNvSpPr/>
            <p:nvPr/>
          </p:nvSpPr>
          <p:spPr>
            <a:xfrm>
              <a:off x="5488087" y="3426639"/>
              <a:ext cx="608631" cy="574296"/>
            </a:xfrm>
            <a:custGeom>
              <a:avLst/>
              <a:gdLst/>
              <a:ahLst/>
              <a:cxnLst/>
              <a:rect l="l" t="t" r="r" b="b"/>
              <a:pathLst>
                <a:path w="11345" h="10705" extrusionOk="0">
                  <a:moveTo>
                    <a:pt x="5672" y="10705"/>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24" name="Google Shape;4724;p36"/>
            <p:cNvSpPr/>
            <p:nvPr/>
          </p:nvSpPr>
          <p:spPr>
            <a:xfrm>
              <a:off x="6097845" y="3426639"/>
              <a:ext cx="608631" cy="574296"/>
            </a:xfrm>
            <a:custGeom>
              <a:avLst/>
              <a:gdLst/>
              <a:ahLst/>
              <a:cxnLst/>
              <a:rect l="l" t="t" r="r" b="b"/>
              <a:pathLst>
                <a:path w="11345" h="10705" extrusionOk="0">
                  <a:moveTo>
                    <a:pt x="5661" y="10705"/>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25" name="Google Shape;4725;p36"/>
            <p:cNvSpPr/>
            <p:nvPr/>
          </p:nvSpPr>
          <p:spPr>
            <a:xfrm>
              <a:off x="6707066" y="3426639"/>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26" name="Google Shape;4726;p36"/>
            <p:cNvSpPr/>
            <p:nvPr/>
          </p:nvSpPr>
          <p:spPr>
            <a:xfrm>
              <a:off x="2" y="3997824"/>
              <a:ext cx="608631" cy="573706"/>
            </a:xfrm>
            <a:custGeom>
              <a:avLst/>
              <a:gdLst/>
              <a:ahLst/>
              <a:cxnLst/>
              <a:rect l="l" t="t" r="r" b="b"/>
              <a:pathLst>
                <a:path w="11345" h="10694" extrusionOk="0">
                  <a:moveTo>
                    <a:pt x="5661" y="10694"/>
                  </a:moveTo>
                  <a:lnTo>
                    <a:pt x="0" y="5342"/>
                  </a:lnTo>
                  <a:lnTo>
                    <a:pt x="5661"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27" name="Google Shape;4727;p36"/>
            <p:cNvSpPr/>
            <p:nvPr/>
          </p:nvSpPr>
          <p:spPr>
            <a:xfrm>
              <a:off x="609169" y="3997824"/>
              <a:ext cx="609221" cy="573706"/>
            </a:xfrm>
            <a:custGeom>
              <a:avLst/>
              <a:gdLst/>
              <a:ahLst/>
              <a:cxnLst/>
              <a:rect l="l" t="t" r="r" b="b"/>
              <a:pathLst>
                <a:path w="11356" h="10694" extrusionOk="0">
                  <a:moveTo>
                    <a:pt x="5684" y="10694"/>
                  </a:moveTo>
                  <a:lnTo>
                    <a:pt x="1" y="5342"/>
                  </a:lnTo>
                  <a:lnTo>
                    <a:pt x="5684"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28" name="Google Shape;4728;p36"/>
            <p:cNvSpPr/>
            <p:nvPr/>
          </p:nvSpPr>
          <p:spPr>
            <a:xfrm>
              <a:off x="1218980" y="3997824"/>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29" name="Google Shape;4729;p36"/>
            <p:cNvSpPr/>
            <p:nvPr/>
          </p:nvSpPr>
          <p:spPr>
            <a:xfrm>
              <a:off x="1828738" y="3997824"/>
              <a:ext cx="608631" cy="573706"/>
            </a:xfrm>
            <a:custGeom>
              <a:avLst/>
              <a:gdLst/>
              <a:ahLst/>
              <a:cxnLst/>
              <a:rect l="l" t="t" r="r" b="b"/>
              <a:pathLst>
                <a:path w="11345" h="10694" extrusionOk="0">
                  <a:moveTo>
                    <a:pt x="5684" y="10694"/>
                  </a:moveTo>
                  <a:lnTo>
                    <a:pt x="1" y="5342"/>
                  </a:lnTo>
                  <a:lnTo>
                    <a:pt x="5684"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30" name="Google Shape;4730;p36"/>
            <p:cNvSpPr/>
            <p:nvPr/>
          </p:nvSpPr>
          <p:spPr>
            <a:xfrm>
              <a:off x="2439139" y="3997824"/>
              <a:ext cx="608631" cy="573706"/>
            </a:xfrm>
            <a:custGeom>
              <a:avLst/>
              <a:gdLst/>
              <a:ahLst/>
              <a:cxnLst/>
              <a:rect l="l" t="t" r="r" b="b"/>
              <a:pathLst>
                <a:path w="11345" h="10694" extrusionOk="0">
                  <a:moveTo>
                    <a:pt x="5672" y="10694"/>
                  </a:moveTo>
                  <a:lnTo>
                    <a:pt x="1"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31" name="Google Shape;4731;p36"/>
            <p:cNvSpPr/>
            <p:nvPr/>
          </p:nvSpPr>
          <p:spPr>
            <a:xfrm>
              <a:off x="3048950" y="3997824"/>
              <a:ext cx="608577" cy="573706"/>
            </a:xfrm>
            <a:custGeom>
              <a:avLst/>
              <a:gdLst/>
              <a:ahLst/>
              <a:cxnLst/>
              <a:rect l="l" t="t" r="r" b="b"/>
              <a:pathLst>
                <a:path w="11344" h="10694" extrusionOk="0">
                  <a:moveTo>
                    <a:pt x="5661" y="10694"/>
                  </a:moveTo>
                  <a:lnTo>
                    <a:pt x="0" y="5342"/>
                  </a:lnTo>
                  <a:lnTo>
                    <a:pt x="5661"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32" name="Google Shape;4732;p36"/>
            <p:cNvSpPr/>
            <p:nvPr/>
          </p:nvSpPr>
          <p:spPr>
            <a:xfrm>
              <a:off x="3658117" y="3997824"/>
              <a:ext cx="609221" cy="573706"/>
            </a:xfrm>
            <a:custGeom>
              <a:avLst/>
              <a:gdLst/>
              <a:ahLst/>
              <a:cxnLst/>
              <a:rect l="l" t="t" r="r" b="b"/>
              <a:pathLst>
                <a:path w="11356" h="10694" extrusionOk="0">
                  <a:moveTo>
                    <a:pt x="5684" y="10694"/>
                  </a:moveTo>
                  <a:lnTo>
                    <a:pt x="0" y="5342"/>
                  </a:lnTo>
                  <a:lnTo>
                    <a:pt x="5684"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33" name="Google Shape;4733;p36"/>
            <p:cNvSpPr/>
            <p:nvPr/>
          </p:nvSpPr>
          <p:spPr>
            <a:xfrm>
              <a:off x="4267875" y="3997824"/>
              <a:ext cx="609221" cy="573706"/>
            </a:xfrm>
            <a:custGeom>
              <a:avLst/>
              <a:gdLst/>
              <a:ahLst/>
              <a:cxnLst/>
              <a:rect l="l" t="t" r="r" b="b"/>
              <a:pathLst>
                <a:path w="11356" h="10694" extrusionOk="0">
                  <a:moveTo>
                    <a:pt x="5684" y="10694"/>
                  </a:moveTo>
                  <a:lnTo>
                    <a:pt x="1" y="5342"/>
                  </a:lnTo>
                  <a:lnTo>
                    <a:pt x="5684"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34" name="Google Shape;4734;p36"/>
            <p:cNvSpPr/>
            <p:nvPr/>
          </p:nvSpPr>
          <p:spPr>
            <a:xfrm>
              <a:off x="4878276" y="3997824"/>
              <a:ext cx="609221" cy="573706"/>
            </a:xfrm>
            <a:custGeom>
              <a:avLst/>
              <a:gdLst/>
              <a:ahLst/>
              <a:cxnLst/>
              <a:rect l="l" t="t" r="r" b="b"/>
              <a:pathLst>
                <a:path w="11356" h="10694" extrusionOk="0">
                  <a:moveTo>
                    <a:pt x="5673" y="10694"/>
                  </a:moveTo>
                  <a:lnTo>
                    <a:pt x="1" y="5342"/>
                  </a:lnTo>
                  <a:lnTo>
                    <a:pt x="5673" y="1"/>
                  </a:lnTo>
                  <a:lnTo>
                    <a:pt x="11356"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35" name="Google Shape;4735;p36"/>
            <p:cNvSpPr/>
            <p:nvPr/>
          </p:nvSpPr>
          <p:spPr>
            <a:xfrm>
              <a:off x="5488087" y="3997824"/>
              <a:ext cx="608631" cy="573706"/>
            </a:xfrm>
            <a:custGeom>
              <a:avLst/>
              <a:gdLst/>
              <a:ahLst/>
              <a:cxnLst/>
              <a:rect l="l" t="t" r="r" b="b"/>
              <a:pathLst>
                <a:path w="11345" h="10694" extrusionOk="0">
                  <a:moveTo>
                    <a:pt x="5672" y="10694"/>
                  </a:moveTo>
                  <a:lnTo>
                    <a:pt x="0"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36" name="Google Shape;4736;p36"/>
            <p:cNvSpPr/>
            <p:nvPr/>
          </p:nvSpPr>
          <p:spPr>
            <a:xfrm>
              <a:off x="6097845" y="3997824"/>
              <a:ext cx="608631" cy="573706"/>
            </a:xfrm>
            <a:custGeom>
              <a:avLst/>
              <a:gdLst/>
              <a:ahLst/>
              <a:cxnLst/>
              <a:rect l="l" t="t" r="r" b="b"/>
              <a:pathLst>
                <a:path w="11345" h="10694" extrusionOk="0">
                  <a:moveTo>
                    <a:pt x="5661" y="10694"/>
                  </a:moveTo>
                  <a:lnTo>
                    <a:pt x="1" y="5342"/>
                  </a:lnTo>
                  <a:lnTo>
                    <a:pt x="5661" y="1"/>
                  </a:lnTo>
                  <a:lnTo>
                    <a:pt x="1134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37" name="Google Shape;4737;p36"/>
            <p:cNvSpPr/>
            <p:nvPr/>
          </p:nvSpPr>
          <p:spPr>
            <a:xfrm>
              <a:off x="6707066" y="3997824"/>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38" name="Google Shape;4738;p36"/>
            <p:cNvSpPr/>
            <p:nvPr/>
          </p:nvSpPr>
          <p:spPr>
            <a:xfrm>
              <a:off x="2" y="4568419"/>
              <a:ext cx="608631" cy="574940"/>
            </a:xfrm>
            <a:custGeom>
              <a:avLst/>
              <a:gdLst/>
              <a:ahLst/>
              <a:cxnLst/>
              <a:rect l="l" t="t" r="r" b="b"/>
              <a:pathLst>
                <a:path w="11345" h="10717" extrusionOk="0">
                  <a:moveTo>
                    <a:pt x="5661" y="10717"/>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39" name="Google Shape;4739;p36"/>
            <p:cNvSpPr/>
            <p:nvPr/>
          </p:nvSpPr>
          <p:spPr>
            <a:xfrm>
              <a:off x="609169" y="4568419"/>
              <a:ext cx="609221" cy="574940"/>
            </a:xfrm>
            <a:custGeom>
              <a:avLst/>
              <a:gdLst/>
              <a:ahLst/>
              <a:cxnLst/>
              <a:rect l="l" t="t" r="r" b="b"/>
              <a:pathLst>
                <a:path w="11356" h="10717" extrusionOk="0">
                  <a:moveTo>
                    <a:pt x="5684" y="10717"/>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40" name="Google Shape;4740;p36"/>
            <p:cNvSpPr/>
            <p:nvPr/>
          </p:nvSpPr>
          <p:spPr>
            <a:xfrm>
              <a:off x="1218980" y="4568419"/>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41" name="Google Shape;4741;p36"/>
            <p:cNvSpPr/>
            <p:nvPr/>
          </p:nvSpPr>
          <p:spPr>
            <a:xfrm>
              <a:off x="1828738" y="4568419"/>
              <a:ext cx="608631" cy="574940"/>
            </a:xfrm>
            <a:custGeom>
              <a:avLst/>
              <a:gdLst/>
              <a:ahLst/>
              <a:cxnLst/>
              <a:rect l="l" t="t" r="r" b="b"/>
              <a:pathLst>
                <a:path w="11345" h="10717" extrusionOk="0">
                  <a:moveTo>
                    <a:pt x="5684" y="10717"/>
                  </a:moveTo>
                  <a:lnTo>
                    <a:pt x="1" y="5353"/>
                  </a:lnTo>
                  <a:lnTo>
                    <a:pt x="5684"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42" name="Google Shape;4742;p36"/>
            <p:cNvSpPr/>
            <p:nvPr/>
          </p:nvSpPr>
          <p:spPr>
            <a:xfrm>
              <a:off x="2439139" y="4568419"/>
              <a:ext cx="608631" cy="574940"/>
            </a:xfrm>
            <a:custGeom>
              <a:avLst/>
              <a:gdLst/>
              <a:ahLst/>
              <a:cxnLst/>
              <a:rect l="l" t="t" r="r" b="b"/>
              <a:pathLst>
                <a:path w="11345" h="10717" extrusionOk="0">
                  <a:moveTo>
                    <a:pt x="5672" y="10717"/>
                  </a:moveTo>
                  <a:lnTo>
                    <a:pt x="1"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43" name="Google Shape;4743;p36"/>
            <p:cNvSpPr/>
            <p:nvPr/>
          </p:nvSpPr>
          <p:spPr>
            <a:xfrm>
              <a:off x="3048950" y="4568419"/>
              <a:ext cx="608577" cy="574940"/>
            </a:xfrm>
            <a:custGeom>
              <a:avLst/>
              <a:gdLst/>
              <a:ahLst/>
              <a:cxnLst/>
              <a:rect l="l" t="t" r="r" b="b"/>
              <a:pathLst>
                <a:path w="11344" h="10717" extrusionOk="0">
                  <a:moveTo>
                    <a:pt x="5661" y="10717"/>
                  </a:moveTo>
                  <a:lnTo>
                    <a:pt x="0" y="5353"/>
                  </a:lnTo>
                  <a:lnTo>
                    <a:pt x="5661"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44" name="Google Shape;4744;p36"/>
            <p:cNvSpPr/>
            <p:nvPr/>
          </p:nvSpPr>
          <p:spPr>
            <a:xfrm>
              <a:off x="3658117" y="4568419"/>
              <a:ext cx="609221" cy="574940"/>
            </a:xfrm>
            <a:custGeom>
              <a:avLst/>
              <a:gdLst/>
              <a:ahLst/>
              <a:cxnLst/>
              <a:rect l="l" t="t" r="r" b="b"/>
              <a:pathLst>
                <a:path w="11356" h="10717" extrusionOk="0">
                  <a:moveTo>
                    <a:pt x="5684" y="10717"/>
                  </a:moveTo>
                  <a:lnTo>
                    <a:pt x="0" y="5353"/>
                  </a:lnTo>
                  <a:lnTo>
                    <a:pt x="5684"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45" name="Google Shape;4745;p36"/>
            <p:cNvSpPr/>
            <p:nvPr/>
          </p:nvSpPr>
          <p:spPr>
            <a:xfrm>
              <a:off x="4267875" y="4568419"/>
              <a:ext cx="609221" cy="574940"/>
            </a:xfrm>
            <a:custGeom>
              <a:avLst/>
              <a:gdLst/>
              <a:ahLst/>
              <a:cxnLst/>
              <a:rect l="l" t="t" r="r" b="b"/>
              <a:pathLst>
                <a:path w="11356" h="10717" extrusionOk="0">
                  <a:moveTo>
                    <a:pt x="5684" y="10717"/>
                  </a:moveTo>
                  <a:lnTo>
                    <a:pt x="1" y="5353"/>
                  </a:lnTo>
                  <a:lnTo>
                    <a:pt x="5684"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46" name="Google Shape;4746;p36"/>
            <p:cNvSpPr/>
            <p:nvPr/>
          </p:nvSpPr>
          <p:spPr>
            <a:xfrm>
              <a:off x="4878276" y="4568419"/>
              <a:ext cx="609221" cy="574940"/>
            </a:xfrm>
            <a:custGeom>
              <a:avLst/>
              <a:gdLst/>
              <a:ahLst/>
              <a:cxnLst/>
              <a:rect l="l" t="t" r="r" b="b"/>
              <a:pathLst>
                <a:path w="11356" h="10717" extrusionOk="0">
                  <a:moveTo>
                    <a:pt x="5673" y="10717"/>
                  </a:moveTo>
                  <a:lnTo>
                    <a:pt x="1" y="5353"/>
                  </a:lnTo>
                  <a:lnTo>
                    <a:pt x="5673" y="1"/>
                  </a:lnTo>
                  <a:lnTo>
                    <a:pt x="11356"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47" name="Google Shape;4747;p36"/>
            <p:cNvSpPr/>
            <p:nvPr/>
          </p:nvSpPr>
          <p:spPr>
            <a:xfrm>
              <a:off x="5488087" y="4568419"/>
              <a:ext cx="608631" cy="574940"/>
            </a:xfrm>
            <a:custGeom>
              <a:avLst/>
              <a:gdLst/>
              <a:ahLst/>
              <a:cxnLst/>
              <a:rect l="l" t="t" r="r" b="b"/>
              <a:pathLst>
                <a:path w="11345" h="10717" extrusionOk="0">
                  <a:moveTo>
                    <a:pt x="5672" y="10717"/>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48" name="Google Shape;4748;p36"/>
            <p:cNvSpPr/>
            <p:nvPr/>
          </p:nvSpPr>
          <p:spPr>
            <a:xfrm>
              <a:off x="6097845" y="4568419"/>
              <a:ext cx="608631" cy="574940"/>
            </a:xfrm>
            <a:custGeom>
              <a:avLst/>
              <a:gdLst/>
              <a:ahLst/>
              <a:cxnLst/>
              <a:rect l="l" t="t" r="r" b="b"/>
              <a:pathLst>
                <a:path w="11345" h="10717" extrusionOk="0">
                  <a:moveTo>
                    <a:pt x="5661" y="10717"/>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49" name="Google Shape;4749;p36"/>
            <p:cNvSpPr/>
            <p:nvPr/>
          </p:nvSpPr>
          <p:spPr>
            <a:xfrm>
              <a:off x="6707066" y="4568419"/>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50" name="Google Shape;4750;p36"/>
            <p:cNvSpPr/>
            <p:nvPr/>
          </p:nvSpPr>
          <p:spPr>
            <a:xfrm>
              <a:off x="7315512" y="-16"/>
              <a:ext cx="608631" cy="574350"/>
            </a:xfrm>
            <a:custGeom>
              <a:avLst/>
              <a:gdLst/>
              <a:ahLst/>
              <a:cxnLst/>
              <a:rect l="l" t="t" r="r" b="b"/>
              <a:pathLst>
                <a:path w="11345" h="10706" extrusionOk="0">
                  <a:moveTo>
                    <a:pt x="5672" y="10705"/>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51" name="Google Shape;4751;p36"/>
            <p:cNvSpPr/>
            <p:nvPr/>
          </p:nvSpPr>
          <p:spPr>
            <a:xfrm>
              <a:off x="7925270" y="-16"/>
              <a:ext cx="608631" cy="574350"/>
            </a:xfrm>
            <a:custGeom>
              <a:avLst/>
              <a:gdLst/>
              <a:ahLst/>
              <a:cxnLst/>
              <a:rect l="l" t="t" r="r" b="b"/>
              <a:pathLst>
                <a:path w="11345" h="10706" extrusionOk="0">
                  <a:moveTo>
                    <a:pt x="5661" y="10705"/>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52" name="Google Shape;4752;p36"/>
            <p:cNvSpPr/>
            <p:nvPr/>
          </p:nvSpPr>
          <p:spPr>
            <a:xfrm>
              <a:off x="8534491" y="-16"/>
              <a:ext cx="609221" cy="574350"/>
            </a:xfrm>
            <a:custGeom>
              <a:avLst/>
              <a:gdLst/>
              <a:ahLst/>
              <a:cxnLst/>
              <a:rect l="l" t="t" r="r" b="b"/>
              <a:pathLst>
                <a:path w="11356" h="10706" extrusionOk="0">
                  <a:moveTo>
                    <a:pt x="5683" y="10705"/>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53" name="Google Shape;4753;p36"/>
            <p:cNvSpPr/>
            <p:nvPr/>
          </p:nvSpPr>
          <p:spPr>
            <a:xfrm>
              <a:off x="7315512" y="571169"/>
              <a:ext cx="608631" cy="574350"/>
            </a:xfrm>
            <a:custGeom>
              <a:avLst/>
              <a:gdLst/>
              <a:ahLst/>
              <a:cxnLst/>
              <a:rect l="l" t="t" r="r" b="b"/>
              <a:pathLst>
                <a:path w="11345" h="10706" extrusionOk="0">
                  <a:moveTo>
                    <a:pt x="5672" y="10706"/>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54" name="Google Shape;4754;p36"/>
            <p:cNvSpPr/>
            <p:nvPr/>
          </p:nvSpPr>
          <p:spPr>
            <a:xfrm>
              <a:off x="7925270" y="571169"/>
              <a:ext cx="608631" cy="574350"/>
            </a:xfrm>
            <a:custGeom>
              <a:avLst/>
              <a:gdLst/>
              <a:ahLst/>
              <a:cxnLst/>
              <a:rect l="l" t="t" r="r" b="b"/>
              <a:pathLst>
                <a:path w="11345" h="10706" extrusionOk="0">
                  <a:moveTo>
                    <a:pt x="5661" y="10706"/>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55" name="Google Shape;4755;p36"/>
            <p:cNvSpPr/>
            <p:nvPr/>
          </p:nvSpPr>
          <p:spPr>
            <a:xfrm>
              <a:off x="8534491" y="571169"/>
              <a:ext cx="609221" cy="574350"/>
            </a:xfrm>
            <a:custGeom>
              <a:avLst/>
              <a:gdLst/>
              <a:ahLst/>
              <a:cxnLst/>
              <a:rect l="l" t="t" r="r" b="b"/>
              <a:pathLst>
                <a:path w="11356" h="10706" extrusionOk="0">
                  <a:moveTo>
                    <a:pt x="5683" y="10706"/>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56" name="Google Shape;4756;p36"/>
            <p:cNvSpPr/>
            <p:nvPr/>
          </p:nvSpPr>
          <p:spPr>
            <a:xfrm>
              <a:off x="7315512" y="1142407"/>
              <a:ext cx="608631" cy="573706"/>
            </a:xfrm>
            <a:custGeom>
              <a:avLst/>
              <a:gdLst/>
              <a:ahLst/>
              <a:cxnLst/>
              <a:rect l="l" t="t" r="r" b="b"/>
              <a:pathLst>
                <a:path w="11345" h="10694" extrusionOk="0">
                  <a:moveTo>
                    <a:pt x="5672" y="10694"/>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57" name="Google Shape;4757;p36"/>
            <p:cNvSpPr/>
            <p:nvPr/>
          </p:nvSpPr>
          <p:spPr>
            <a:xfrm>
              <a:off x="7925270" y="1142407"/>
              <a:ext cx="608631" cy="573706"/>
            </a:xfrm>
            <a:custGeom>
              <a:avLst/>
              <a:gdLst/>
              <a:ahLst/>
              <a:cxnLst/>
              <a:rect l="l" t="t" r="r" b="b"/>
              <a:pathLst>
                <a:path w="11345" h="10694" extrusionOk="0">
                  <a:moveTo>
                    <a:pt x="5661" y="10694"/>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58" name="Google Shape;4758;p36"/>
            <p:cNvSpPr/>
            <p:nvPr/>
          </p:nvSpPr>
          <p:spPr>
            <a:xfrm>
              <a:off x="8534491" y="1142407"/>
              <a:ext cx="609221" cy="573706"/>
            </a:xfrm>
            <a:custGeom>
              <a:avLst/>
              <a:gdLst/>
              <a:ahLst/>
              <a:cxnLst/>
              <a:rect l="l" t="t" r="r" b="b"/>
              <a:pathLst>
                <a:path w="11356" h="10694" extrusionOk="0">
                  <a:moveTo>
                    <a:pt x="5683" y="10694"/>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59" name="Google Shape;4759;p36"/>
            <p:cNvSpPr/>
            <p:nvPr/>
          </p:nvSpPr>
          <p:spPr>
            <a:xfrm>
              <a:off x="7315512" y="1713002"/>
              <a:ext cx="608631" cy="574350"/>
            </a:xfrm>
            <a:custGeom>
              <a:avLst/>
              <a:gdLst/>
              <a:ahLst/>
              <a:cxnLst/>
              <a:rect l="l" t="t" r="r" b="b"/>
              <a:pathLst>
                <a:path w="11345" h="10706" extrusionOk="0">
                  <a:moveTo>
                    <a:pt x="5672" y="10705"/>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60" name="Google Shape;4760;p36"/>
            <p:cNvSpPr/>
            <p:nvPr/>
          </p:nvSpPr>
          <p:spPr>
            <a:xfrm>
              <a:off x="7925270" y="1713002"/>
              <a:ext cx="608631" cy="574350"/>
            </a:xfrm>
            <a:custGeom>
              <a:avLst/>
              <a:gdLst/>
              <a:ahLst/>
              <a:cxnLst/>
              <a:rect l="l" t="t" r="r" b="b"/>
              <a:pathLst>
                <a:path w="11345" h="10706" extrusionOk="0">
                  <a:moveTo>
                    <a:pt x="5661" y="10705"/>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61" name="Google Shape;4761;p36"/>
            <p:cNvSpPr/>
            <p:nvPr/>
          </p:nvSpPr>
          <p:spPr>
            <a:xfrm>
              <a:off x="8534491" y="1713002"/>
              <a:ext cx="609221" cy="574350"/>
            </a:xfrm>
            <a:custGeom>
              <a:avLst/>
              <a:gdLst/>
              <a:ahLst/>
              <a:cxnLst/>
              <a:rect l="l" t="t" r="r" b="b"/>
              <a:pathLst>
                <a:path w="11356" h="10706" extrusionOk="0">
                  <a:moveTo>
                    <a:pt x="5683" y="10705"/>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62" name="Google Shape;4762;p36"/>
            <p:cNvSpPr/>
            <p:nvPr/>
          </p:nvSpPr>
          <p:spPr>
            <a:xfrm>
              <a:off x="7315512" y="2284241"/>
              <a:ext cx="608631" cy="574940"/>
            </a:xfrm>
            <a:custGeom>
              <a:avLst/>
              <a:gdLst/>
              <a:ahLst/>
              <a:cxnLst/>
              <a:rect l="l" t="t" r="r" b="b"/>
              <a:pathLst>
                <a:path w="11345" h="10717" extrusionOk="0">
                  <a:moveTo>
                    <a:pt x="5672" y="10716"/>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63" name="Google Shape;4763;p36"/>
            <p:cNvSpPr/>
            <p:nvPr/>
          </p:nvSpPr>
          <p:spPr>
            <a:xfrm>
              <a:off x="7925270" y="2284241"/>
              <a:ext cx="608631" cy="574940"/>
            </a:xfrm>
            <a:custGeom>
              <a:avLst/>
              <a:gdLst/>
              <a:ahLst/>
              <a:cxnLst/>
              <a:rect l="l" t="t" r="r" b="b"/>
              <a:pathLst>
                <a:path w="11345" h="10717" extrusionOk="0">
                  <a:moveTo>
                    <a:pt x="5661" y="10716"/>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64" name="Google Shape;4764;p36"/>
            <p:cNvSpPr/>
            <p:nvPr/>
          </p:nvSpPr>
          <p:spPr>
            <a:xfrm>
              <a:off x="8534491" y="2284241"/>
              <a:ext cx="609221" cy="574940"/>
            </a:xfrm>
            <a:custGeom>
              <a:avLst/>
              <a:gdLst/>
              <a:ahLst/>
              <a:cxnLst/>
              <a:rect l="l" t="t" r="r" b="b"/>
              <a:pathLst>
                <a:path w="11356" h="10717" extrusionOk="0">
                  <a:moveTo>
                    <a:pt x="5683" y="10716"/>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65" name="Google Shape;4765;p36"/>
            <p:cNvSpPr/>
            <p:nvPr/>
          </p:nvSpPr>
          <p:spPr>
            <a:xfrm>
              <a:off x="7315512" y="2856070"/>
              <a:ext cx="608631" cy="573706"/>
            </a:xfrm>
            <a:custGeom>
              <a:avLst/>
              <a:gdLst/>
              <a:ahLst/>
              <a:cxnLst/>
              <a:rect l="l" t="t" r="r" b="b"/>
              <a:pathLst>
                <a:path w="11345" h="10694" extrusionOk="0">
                  <a:moveTo>
                    <a:pt x="5672" y="10693"/>
                  </a:moveTo>
                  <a:lnTo>
                    <a:pt x="0" y="5341"/>
                  </a:lnTo>
                  <a:lnTo>
                    <a:pt x="5672" y="0"/>
                  </a:lnTo>
                  <a:lnTo>
                    <a:pt x="11344"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66" name="Google Shape;4766;p36"/>
            <p:cNvSpPr/>
            <p:nvPr/>
          </p:nvSpPr>
          <p:spPr>
            <a:xfrm>
              <a:off x="7925270" y="2856070"/>
              <a:ext cx="608631" cy="573706"/>
            </a:xfrm>
            <a:custGeom>
              <a:avLst/>
              <a:gdLst/>
              <a:ahLst/>
              <a:cxnLst/>
              <a:rect l="l" t="t" r="r" b="b"/>
              <a:pathLst>
                <a:path w="11345" h="10694" extrusionOk="0">
                  <a:moveTo>
                    <a:pt x="5661" y="10693"/>
                  </a:moveTo>
                  <a:lnTo>
                    <a:pt x="1" y="5341"/>
                  </a:lnTo>
                  <a:lnTo>
                    <a:pt x="5661" y="0"/>
                  </a:lnTo>
                  <a:lnTo>
                    <a:pt x="1134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67" name="Google Shape;4767;p36"/>
            <p:cNvSpPr/>
            <p:nvPr/>
          </p:nvSpPr>
          <p:spPr>
            <a:xfrm>
              <a:off x="8534491" y="2856070"/>
              <a:ext cx="609221" cy="573706"/>
            </a:xfrm>
            <a:custGeom>
              <a:avLst/>
              <a:gdLst/>
              <a:ahLst/>
              <a:cxnLst/>
              <a:rect l="l" t="t" r="r" b="b"/>
              <a:pathLst>
                <a:path w="11356" h="10694" extrusionOk="0">
                  <a:moveTo>
                    <a:pt x="5683" y="10693"/>
                  </a:moveTo>
                  <a:lnTo>
                    <a:pt x="0" y="5341"/>
                  </a:lnTo>
                  <a:lnTo>
                    <a:pt x="5683" y="0"/>
                  </a:lnTo>
                  <a:lnTo>
                    <a:pt x="11355" y="5341"/>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68" name="Google Shape;4768;p36"/>
            <p:cNvSpPr/>
            <p:nvPr/>
          </p:nvSpPr>
          <p:spPr>
            <a:xfrm>
              <a:off x="7315512" y="3426664"/>
              <a:ext cx="608631" cy="574296"/>
            </a:xfrm>
            <a:custGeom>
              <a:avLst/>
              <a:gdLst/>
              <a:ahLst/>
              <a:cxnLst/>
              <a:rect l="l" t="t" r="r" b="b"/>
              <a:pathLst>
                <a:path w="11345" h="10705" extrusionOk="0">
                  <a:moveTo>
                    <a:pt x="5672" y="10705"/>
                  </a:moveTo>
                  <a:lnTo>
                    <a:pt x="0" y="5352"/>
                  </a:lnTo>
                  <a:lnTo>
                    <a:pt x="5672" y="0"/>
                  </a:lnTo>
                  <a:lnTo>
                    <a:pt x="11344"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69" name="Google Shape;4769;p36"/>
            <p:cNvSpPr/>
            <p:nvPr/>
          </p:nvSpPr>
          <p:spPr>
            <a:xfrm>
              <a:off x="7925270" y="3426664"/>
              <a:ext cx="608631" cy="574296"/>
            </a:xfrm>
            <a:custGeom>
              <a:avLst/>
              <a:gdLst/>
              <a:ahLst/>
              <a:cxnLst/>
              <a:rect l="l" t="t" r="r" b="b"/>
              <a:pathLst>
                <a:path w="11345" h="10705" extrusionOk="0">
                  <a:moveTo>
                    <a:pt x="5661" y="10705"/>
                  </a:moveTo>
                  <a:lnTo>
                    <a:pt x="1" y="5352"/>
                  </a:lnTo>
                  <a:lnTo>
                    <a:pt x="5661" y="0"/>
                  </a:lnTo>
                  <a:lnTo>
                    <a:pt x="1134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70" name="Google Shape;4770;p36"/>
            <p:cNvSpPr/>
            <p:nvPr/>
          </p:nvSpPr>
          <p:spPr>
            <a:xfrm>
              <a:off x="8534491" y="3426664"/>
              <a:ext cx="609221" cy="574296"/>
            </a:xfrm>
            <a:custGeom>
              <a:avLst/>
              <a:gdLst/>
              <a:ahLst/>
              <a:cxnLst/>
              <a:rect l="l" t="t" r="r" b="b"/>
              <a:pathLst>
                <a:path w="11356" h="10705" extrusionOk="0">
                  <a:moveTo>
                    <a:pt x="5683" y="10705"/>
                  </a:moveTo>
                  <a:lnTo>
                    <a:pt x="0" y="5352"/>
                  </a:lnTo>
                  <a:lnTo>
                    <a:pt x="5683" y="0"/>
                  </a:lnTo>
                  <a:lnTo>
                    <a:pt x="11355" y="535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71" name="Google Shape;4771;p36"/>
            <p:cNvSpPr/>
            <p:nvPr/>
          </p:nvSpPr>
          <p:spPr>
            <a:xfrm>
              <a:off x="7315512" y="3997849"/>
              <a:ext cx="608631" cy="573706"/>
            </a:xfrm>
            <a:custGeom>
              <a:avLst/>
              <a:gdLst/>
              <a:ahLst/>
              <a:cxnLst/>
              <a:rect l="l" t="t" r="r" b="b"/>
              <a:pathLst>
                <a:path w="11345" h="10694" extrusionOk="0">
                  <a:moveTo>
                    <a:pt x="5672" y="10694"/>
                  </a:moveTo>
                  <a:lnTo>
                    <a:pt x="0" y="5342"/>
                  </a:lnTo>
                  <a:lnTo>
                    <a:pt x="5672" y="1"/>
                  </a:lnTo>
                  <a:lnTo>
                    <a:pt x="11344"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72" name="Google Shape;4772;p36"/>
            <p:cNvSpPr/>
            <p:nvPr/>
          </p:nvSpPr>
          <p:spPr>
            <a:xfrm>
              <a:off x="7925270" y="3997849"/>
              <a:ext cx="608631" cy="573706"/>
            </a:xfrm>
            <a:custGeom>
              <a:avLst/>
              <a:gdLst/>
              <a:ahLst/>
              <a:cxnLst/>
              <a:rect l="l" t="t" r="r" b="b"/>
              <a:pathLst>
                <a:path w="11345" h="10694" extrusionOk="0">
                  <a:moveTo>
                    <a:pt x="5661" y="10694"/>
                  </a:moveTo>
                  <a:lnTo>
                    <a:pt x="1" y="5342"/>
                  </a:lnTo>
                  <a:lnTo>
                    <a:pt x="5661" y="1"/>
                  </a:lnTo>
                  <a:lnTo>
                    <a:pt x="1134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73" name="Google Shape;4773;p36"/>
            <p:cNvSpPr/>
            <p:nvPr/>
          </p:nvSpPr>
          <p:spPr>
            <a:xfrm>
              <a:off x="8534491" y="3997849"/>
              <a:ext cx="609221" cy="573706"/>
            </a:xfrm>
            <a:custGeom>
              <a:avLst/>
              <a:gdLst/>
              <a:ahLst/>
              <a:cxnLst/>
              <a:rect l="l" t="t" r="r" b="b"/>
              <a:pathLst>
                <a:path w="11356" h="10694" extrusionOk="0">
                  <a:moveTo>
                    <a:pt x="5683" y="10694"/>
                  </a:moveTo>
                  <a:lnTo>
                    <a:pt x="0" y="5342"/>
                  </a:lnTo>
                  <a:lnTo>
                    <a:pt x="5683" y="1"/>
                  </a:lnTo>
                  <a:lnTo>
                    <a:pt x="11355" y="5342"/>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74" name="Google Shape;4774;p36"/>
            <p:cNvSpPr/>
            <p:nvPr/>
          </p:nvSpPr>
          <p:spPr>
            <a:xfrm>
              <a:off x="7315512" y="4568444"/>
              <a:ext cx="608631" cy="574940"/>
            </a:xfrm>
            <a:custGeom>
              <a:avLst/>
              <a:gdLst/>
              <a:ahLst/>
              <a:cxnLst/>
              <a:rect l="l" t="t" r="r" b="b"/>
              <a:pathLst>
                <a:path w="11345" h="10717" extrusionOk="0">
                  <a:moveTo>
                    <a:pt x="5672" y="10717"/>
                  </a:moveTo>
                  <a:lnTo>
                    <a:pt x="0" y="5353"/>
                  </a:lnTo>
                  <a:lnTo>
                    <a:pt x="5672" y="1"/>
                  </a:lnTo>
                  <a:lnTo>
                    <a:pt x="11344"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75" name="Google Shape;4775;p36"/>
            <p:cNvSpPr/>
            <p:nvPr/>
          </p:nvSpPr>
          <p:spPr>
            <a:xfrm>
              <a:off x="7925270" y="4568444"/>
              <a:ext cx="608631" cy="574940"/>
            </a:xfrm>
            <a:custGeom>
              <a:avLst/>
              <a:gdLst/>
              <a:ahLst/>
              <a:cxnLst/>
              <a:rect l="l" t="t" r="r" b="b"/>
              <a:pathLst>
                <a:path w="11345" h="10717" extrusionOk="0">
                  <a:moveTo>
                    <a:pt x="5661" y="10717"/>
                  </a:moveTo>
                  <a:lnTo>
                    <a:pt x="1" y="5353"/>
                  </a:lnTo>
                  <a:lnTo>
                    <a:pt x="5661" y="1"/>
                  </a:lnTo>
                  <a:lnTo>
                    <a:pt x="1134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776" name="Google Shape;4776;p36"/>
            <p:cNvSpPr/>
            <p:nvPr/>
          </p:nvSpPr>
          <p:spPr>
            <a:xfrm>
              <a:off x="8534491" y="4568444"/>
              <a:ext cx="609221" cy="574940"/>
            </a:xfrm>
            <a:custGeom>
              <a:avLst/>
              <a:gdLst/>
              <a:ahLst/>
              <a:cxnLst/>
              <a:rect l="l" t="t" r="r" b="b"/>
              <a:pathLst>
                <a:path w="11356" h="10717" extrusionOk="0">
                  <a:moveTo>
                    <a:pt x="5683" y="10717"/>
                  </a:moveTo>
                  <a:lnTo>
                    <a:pt x="0" y="5353"/>
                  </a:lnTo>
                  <a:lnTo>
                    <a:pt x="5683" y="1"/>
                  </a:lnTo>
                  <a:lnTo>
                    <a:pt x="11355" y="5353"/>
                  </a:lnTo>
                  <a:close/>
                </a:path>
              </a:pathLst>
            </a:custGeom>
            <a:solidFill>
              <a:srgbClr val="303B4D">
                <a:alpha val="42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grpSp>
        <p:nvGrpSpPr>
          <p:cNvPr id="4777" name="Google Shape;4777;p36"/>
          <p:cNvGrpSpPr/>
          <p:nvPr/>
        </p:nvGrpSpPr>
        <p:grpSpPr>
          <a:xfrm>
            <a:off x="444125" y="539500"/>
            <a:ext cx="8255750" cy="4064500"/>
            <a:chOff x="444125" y="539500"/>
            <a:chExt cx="8255750" cy="4064500"/>
          </a:xfrm>
        </p:grpSpPr>
        <p:cxnSp>
          <p:nvCxnSpPr>
            <p:cNvPr id="4778" name="Google Shape;4778;p36"/>
            <p:cNvCxnSpPr/>
            <p:nvPr/>
          </p:nvCxnSpPr>
          <p:spPr>
            <a:xfrm rot="10800000">
              <a:off x="444125" y="1137800"/>
              <a:ext cx="0" cy="3466200"/>
            </a:xfrm>
            <a:prstGeom prst="straightConnector1">
              <a:avLst/>
            </a:prstGeom>
            <a:noFill/>
            <a:ln w="9525" cap="flat" cmpd="sng">
              <a:solidFill>
                <a:schemeClr val="dk2"/>
              </a:solidFill>
              <a:prstDash val="solid"/>
              <a:round/>
              <a:headEnd type="none" w="med" len="med"/>
              <a:tailEnd type="none" w="med" len="med"/>
            </a:ln>
          </p:spPr>
        </p:cxnSp>
        <p:cxnSp>
          <p:nvCxnSpPr>
            <p:cNvPr id="4779" name="Google Shape;4779;p36"/>
            <p:cNvCxnSpPr/>
            <p:nvPr/>
          </p:nvCxnSpPr>
          <p:spPr>
            <a:xfrm rot="10800000">
              <a:off x="8699875" y="539500"/>
              <a:ext cx="0" cy="259380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2600"/>
              <a:buFont typeface="Poppins ExtraBold"/>
              <a:buNone/>
              <a:defRPr sz="2600">
                <a:solidFill>
                  <a:schemeClr val="dk1"/>
                </a:solidFill>
                <a:latin typeface="Poppins ExtraBold"/>
                <a:ea typeface="Poppins ExtraBold"/>
                <a:cs typeface="Poppins ExtraBold"/>
                <a:sym typeface="Poppins ExtraBold"/>
              </a:defRPr>
            </a:lvl1pPr>
            <a:lvl2pPr lvl="1">
              <a:spcBef>
                <a:spcPts val="0"/>
              </a:spcBef>
              <a:spcAft>
                <a:spcPts val="0"/>
              </a:spcAft>
              <a:buClr>
                <a:schemeClr val="dk1"/>
              </a:buClr>
              <a:buSzPts val="2600"/>
              <a:buFont typeface="Poppins ExtraBold"/>
              <a:buNone/>
              <a:defRPr sz="2600">
                <a:solidFill>
                  <a:schemeClr val="dk1"/>
                </a:solidFill>
                <a:latin typeface="Poppins ExtraBold"/>
                <a:ea typeface="Poppins ExtraBold"/>
                <a:cs typeface="Poppins ExtraBold"/>
                <a:sym typeface="Poppins ExtraBold"/>
              </a:defRPr>
            </a:lvl2pPr>
            <a:lvl3pPr lvl="2">
              <a:spcBef>
                <a:spcPts val="0"/>
              </a:spcBef>
              <a:spcAft>
                <a:spcPts val="0"/>
              </a:spcAft>
              <a:buClr>
                <a:schemeClr val="dk1"/>
              </a:buClr>
              <a:buSzPts val="2600"/>
              <a:buFont typeface="Poppins ExtraBold"/>
              <a:buNone/>
              <a:defRPr sz="2600">
                <a:solidFill>
                  <a:schemeClr val="dk1"/>
                </a:solidFill>
                <a:latin typeface="Poppins ExtraBold"/>
                <a:ea typeface="Poppins ExtraBold"/>
                <a:cs typeface="Poppins ExtraBold"/>
                <a:sym typeface="Poppins ExtraBold"/>
              </a:defRPr>
            </a:lvl3pPr>
            <a:lvl4pPr lvl="3">
              <a:spcBef>
                <a:spcPts val="0"/>
              </a:spcBef>
              <a:spcAft>
                <a:spcPts val="0"/>
              </a:spcAft>
              <a:buClr>
                <a:schemeClr val="dk1"/>
              </a:buClr>
              <a:buSzPts val="2600"/>
              <a:buFont typeface="Poppins ExtraBold"/>
              <a:buNone/>
              <a:defRPr sz="2600">
                <a:solidFill>
                  <a:schemeClr val="dk1"/>
                </a:solidFill>
                <a:latin typeface="Poppins ExtraBold"/>
                <a:ea typeface="Poppins ExtraBold"/>
                <a:cs typeface="Poppins ExtraBold"/>
                <a:sym typeface="Poppins ExtraBold"/>
              </a:defRPr>
            </a:lvl4pPr>
            <a:lvl5pPr lvl="4">
              <a:spcBef>
                <a:spcPts val="0"/>
              </a:spcBef>
              <a:spcAft>
                <a:spcPts val="0"/>
              </a:spcAft>
              <a:buClr>
                <a:schemeClr val="dk1"/>
              </a:buClr>
              <a:buSzPts val="2600"/>
              <a:buFont typeface="Poppins ExtraBold"/>
              <a:buNone/>
              <a:defRPr sz="2600">
                <a:solidFill>
                  <a:schemeClr val="dk1"/>
                </a:solidFill>
                <a:latin typeface="Poppins ExtraBold"/>
                <a:ea typeface="Poppins ExtraBold"/>
                <a:cs typeface="Poppins ExtraBold"/>
                <a:sym typeface="Poppins ExtraBold"/>
              </a:defRPr>
            </a:lvl5pPr>
            <a:lvl6pPr lvl="5">
              <a:spcBef>
                <a:spcPts val="0"/>
              </a:spcBef>
              <a:spcAft>
                <a:spcPts val="0"/>
              </a:spcAft>
              <a:buClr>
                <a:schemeClr val="dk1"/>
              </a:buClr>
              <a:buSzPts val="2600"/>
              <a:buFont typeface="Poppins ExtraBold"/>
              <a:buNone/>
              <a:defRPr sz="2600">
                <a:solidFill>
                  <a:schemeClr val="dk1"/>
                </a:solidFill>
                <a:latin typeface="Poppins ExtraBold"/>
                <a:ea typeface="Poppins ExtraBold"/>
                <a:cs typeface="Poppins ExtraBold"/>
                <a:sym typeface="Poppins ExtraBold"/>
              </a:defRPr>
            </a:lvl6pPr>
            <a:lvl7pPr lvl="6">
              <a:spcBef>
                <a:spcPts val="0"/>
              </a:spcBef>
              <a:spcAft>
                <a:spcPts val="0"/>
              </a:spcAft>
              <a:buClr>
                <a:schemeClr val="dk1"/>
              </a:buClr>
              <a:buSzPts val="2600"/>
              <a:buFont typeface="Poppins ExtraBold"/>
              <a:buNone/>
              <a:defRPr sz="2600">
                <a:solidFill>
                  <a:schemeClr val="dk1"/>
                </a:solidFill>
                <a:latin typeface="Poppins ExtraBold"/>
                <a:ea typeface="Poppins ExtraBold"/>
                <a:cs typeface="Poppins ExtraBold"/>
                <a:sym typeface="Poppins ExtraBold"/>
              </a:defRPr>
            </a:lvl7pPr>
            <a:lvl8pPr lvl="7">
              <a:spcBef>
                <a:spcPts val="0"/>
              </a:spcBef>
              <a:spcAft>
                <a:spcPts val="0"/>
              </a:spcAft>
              <a:buClr>
                <a:schemeClr val="dk1"/>
              </a:buClr>
              <a:buSzPts val="2600"/>
              <a:buFont typeface="Poppins ExtraBold"/>
              <a:buNone/>
              <a:defRPr sz="2600">
                <a:solidFill>
                  <a:schemeClr val="dk1"/>
                </a:solidFill>
                <a:latin typeface="Poppins ExtraBold"/>
                <a:ea typeface="Poppins ExtraBold"/>
                <a:cs typeface="Poppins ExtraBold"/>
                <a:sym typeface="Poppins ExtraBold"/>
              </a:defRPr>
            </a:lvl8pPr>
            <a:lvl9pPr lvl="8">
              <a:spcBef>
                <a:spcPts val="0"/>
              </a:spcBef>
              <a:spcAft>
                <a:spcPts val="0"/>
              </a:spcAft>
              <a:buClr>
                <a:schemeClr val="dk1"/>
              </a:buClr>
              <a:buSzPts val="2600"/>
              <a:buFont typeface="Poppins ExtraBold"/>
              <a:buNone/>
              <a:defRPr sz="2600">
                <a:solidFill>
                  <a:schemeClr val="dk1"/>
                </a:solidFill>
                <a:latin typeface="Poppins ExtraBold"/>
                <a:ea typeface="Poppins ExtraBold"/>
                <a:cs typeface="Poppins ExtraBold"/>
                <a:sym typeface="Poppins ExtraBo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5" r:id="rId4"/>
    <p:sldLayoutId id="2147483658" r:id="rId5"/>
    <p:sldLayoutId id="2147483659" r:id="rId6"/>
    <p:sldLayoutId id="2147483680" r:id="rId7"/>
    <p:sldLayoutId id="2147483681" r:id="rId8"/>
    <p:sldLayoutId id="214748368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89"/>
        <p:cNvGrpSpPr/>
        <p:nvPr/>
      </p:nvGrpSpPr>
      <p:grpSpPr>
        <a:xfrm>
          <a:off x="0" y="0"/>
          <a:ext cx="0" cy="0"/>
          <a:chOff x="0" y="0"/>
          <a:chExt cx="0" cy="0"/>
        </a:xfrm>
      </p:grpSpPr>
      <p:sp>
        <p:nvSpPr>
          <p:cNvPr id="4790" name="Google Shape;4790;p40"/>
          <p:cNvSpPr txBox="1">
            <a:spLocks noGrp="1"/>
          </p:cNvSpPr>
          <p:nvPr>
            <p:ph type="ctrTitle"/>
          </p:nvPr>
        </p:nvSpPr>
        <p:spPr>
          <a:xfrm>
            <a:off x="1531650" y="1129888"/>
            <a:ext cx="6080700" cy="2477400"/>
          </a:xfrm>
          <a:prstGeom prst="rect">
            <a:avLst/>
          </a:prstGeom>
          <a:ln>
            <a:solidFill>
              <a:srgbClr val="9A8A70"/>
            </a:solidFill>
          </a:ln>
        </p:spPr>
        <p:txBody>
          <a:bodyPr spcFirstLastPara="1" wrap="square" lIns="91425" tIns="91425" rIns="91425" bIns="91425" anchor="b" anchorCtr="0">
            <a:noAutofit/>
          </a:bodyPr>
          <a:lstStyle/>
          <a:p>
            <a:pPr marL="0" lvl="0" indent="0" algn="l" rtl="0">
              <a:spcBef>
                <a:spcPts val="0"/>
              </a:spcBef>
              <a:spcAft>
                <a:spcPts val="0"/>
              </a:spcAft>
              <a:buNone/>
            </a:pPr>
            <a:r>
              <a:rPr lang="en" dirty="0"/>
              <a:t>CASE DATA SCIENCE &amp; AI </a:t>
            </a:r>
            <a:br>
              <a:rPr lang="en" sz="4000" dirty="0">
                <a:solidFill>
                  <a:schemeClr val="dk2"/>
                </a:solidFill>
              </a:rPr>
            </a:br>
            <a:r>
              <a:rPr lang="en" sz="4000" dirty="0">
                <a:solidFill>
                  <a:schemeClr val="dk2"/>
                </a:solidFill>
              </a:rPr>
              <a:t>Charles River Capital</a:t>
            </a:r>
            <a:r>
              <a:rPr lang="en" dirty="0">
                <a:solidFill>
                  <a:srgbClr val="C0A06D"/>
                </a:solidFill>
              </a:rPr>
              <a:t> </a:t>
            </a:r>
            <a:endParaRPr dirty="0">
              <a:solidFill>
                <a:srgbClr val="C0A06D"/>
              </a:solidFill>
            </a:endParaRPr>
          </a:p>
        </p:txBody>
      </p:sp>
      <p:grpSp>
        <p:nvGrpSpPr>
          <p:cNvPr id="4791" name="Google Shape;4791;p40"/>
          <p:cNvGrpSpPr/>
          <p:nvPr/>
        </p:nvGrpSpPr>
        <p:grpSpPr>
          <a:xfrm rot="-661740">
            <a:off x="740540" y="129544"/>
            <a:ext cx="1101484" cy="1042857"/>
            <a:chOff x="2562582" y="129531"/>
            <a:chExt cx="1101518" cy="1042890"/>
          </a:xfrm>
        </p:grpSpPr>
        <p:grpSp>
          <p:nvGrpSpPr>
            <p:cNvPr id="4792" name="Google Shape;4792;p40"/>
            <p:cNvGrpSpPr/>
            <p:nvPr/>
          </p:nvGrpSpPr>
          <p:grpSpPr>
            <a:xfrm rot="874360">
              <a:off x="2653245" y="231810"/>
              <a:ext cx="920190" cy="838332"/>
              <a:chOff x="1310300" y="1329825"/>
              <a:chExt cx="599725" cy="546375"/>
            </a:xfrm>
          </p:grpSpPr>
          <p:sp>
            <p:nvSpPr>
              <p:cNvPr id="4793" name="Google Shape;4793;p40"/>
              <p:cNvSpPr/>
              <p:nvPr/>
            </p:nvSpPr>
            <p:spPr>
              <a:xfrm>
                <a:off x="1310300" y="1329825"/>
                <a:ext cx="599725" cy="546375"/>
              </a:xfrm>
              <a:custGeom>
                <a:avLst/>
                <a:gdLst/>
                <a:ahLst/>
                <a:cxnLst/>
                <a:rect l="l" t="t" r="r" b="b"/>
                <a:pathLst>
                  <a:path w="23989" h="21855" extrusionOk="0">
                    <a:moveTo>
                      <a:pt x="11994" y="1"/>
                    </a:moveTo>
                    <a:cubicBezTo>
                      <a:pt x="9198" y="1"/>
                      <a:pt x="6402" y="1068"/>
                      <a:pt x="4268" y="3202"/>
                    </a:cubicBezTo>
                    <a:cubicBezTo>
                      <a:pt x="0" y="7470"/>
                      <a:pt x="0" y="14386"/>
                      <a:pt x="4268" y="18654"/>
                    </a:cubicBezTo>
                    <a:cubicBezTo>
                      <a:pt x="6402" y="20788"/>
                      <a:pt x="9198" y="21855"/>
                      <a:pt x="11994" y="21855"/>
                    </a:cubicBezTo>
                    <a:cubicBezTo>
                      <a:pt x="14790" y="21855"/>
                      <a:pt x="17586" y="20788"/>
                      <a:pt x="19720" y="18654"/>
                    </a:cubicBezTo>
                    <a:cubicBezTo>
                      <a:pt x="23988" y="14386"/>
                      <a:pt x="23988" y="7470"/>
                      <a:pt x="19720" y="3202"/>
                    </a:cubicBezTo>
                    <a:cubicBezTo>
                      <a:pt x="17586" y="1068"/>
                      <a:pt x="14790" y="1"/>
                      <a:pt x="11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4" name="Google Shape;4794;p40"/>
              <p:cNvSpPr/>
              <p:nvPr/>
            </p:nvSpPr>
            <p:spPr>
              <a:xfrm>
                <a:off x="1394750" y="1387900"/>
                <a:ext cx="430825" cy="430825"/>
              </a:xfrm>
              <a:custGeom>
                <a:avLst/>
                <a:gdLst/>
                <a:ahLst/>
                <a:cxnLst/>
                <a:rect l="l" t="t" r="r" b="b"/>
                <a:pathLst>
                  <a:path w="17233" h="17233" extrusionOk="0">
                    <a:moveTo>
                      <a:pt x="17232" y="8616"/>
                    </a:moveTo>
                    <a:cubicBezTo>
                      <a:pt x="17232" y="13364"/>
                      <a:pt x="13375" y="17232"/>
                      <a:pt x="8616" y="17232"/>
                    </a:cubicBezTo>
                    <a:cubicBezTo>
                      <a:pt x="3857" y="17232"/>
                      <a:pt x="0" y="13364"/>
                      <a:pt x="0" y="8616"/>
                    </a:cubicBezTo>
                    <a:cubicBezTo>
                      <a:pt x="0" y="3857"/>
                      <a:pt x="3857" y="0"/>
                      <a:pt x="8616" y="0"/>
                    </a:cubicBezTo>
                    <a:cubicBezTo>
                      <a:pt x="13375" y="0"/>
                      <a:pt x="17232" y="3857"/>
                      <a:pt x="17232" y="8616"/>
                    </a:cubicBezTo>
                    <a:close/>
                  </a:path>
                </a:pathLst>
              </a:custGeom>
              <a:gradFill>
                <a:gsLst>
                  <a:gs pos="0">
                    <a:schemeClr val="accent1"/>
                  </a:gs>
                  <a:gs pos="100000">
                    <a:schemeClr val="lt1"/>
                  </a:gs>
                </a:gsLst>
                <a:path path="circle">
                  <a:fillToRect l="50000" t="50000" r="50000" b="50000"/>
                </a:path>
                <a:tileRect/>
              </a:gradFill>
              <a:ln>
                <a:noFill/>
              </a:ln>
              <a:effectLst>
                <a:outerShdw blurRad="57150" dist="47625" dir="486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95" name="Google Shape;4795;p40"/>
            <p:cNvSpPr/>
            <p:nvPr/>
          </p:nvSpPr>
          <p:spPr>
            <a:xfrm>
              <a:off x="2925499" y="491374"/>
              <a:ext cx="375667" cy="319200"/>
            </a:xfrm>
            <a:custGeom>
              <a:avLst/>
              <a:gdLst/>
              <a:ahLst/>
              <a:cxnLst/>
              <a:rect l="l" t="t" r="r" b="b"/>
              <a:pathLst>
                <a:path w="11551" h="9814" extrusionOk="0">
                  <a:moveTo>
                    <a:pt x="3334" y="4313"/>
                  </a:moveTo>
                  <a:cubicBezTo>
                    <a:pt x="3406" y="4384"/>
                    <a:pt x="3477" y="4408"/>
                    <a:pt x="3572" y="4432"/>
                  </a:cubicBezTo>
                  <a:lnTo>
                    <a:pt x="3572" y="9147"/>
                  </a:lnTo>
                  <a:lnTo>
                    <a:pt x="1429" y="9147"/>
                  </a:lnTo>
                  <a:lnTo>
                    <a:pt x="1429" y="8457"/>
                  </a:lnTo>
                  <a:cubicBezTo>
                    <a:pt x="1858" y="8314"/>
                    <a:pt x="2143" y="7933"/>
                    <a:pt x="2143" y="7456"/>
                  </a:cubicBezTo>
                  <a:cubicBezTo>
                    <a:pt x="2143" y="7147"/>
                    <a:pt x="2024" y="6885"/>
                    <a:pt x="1810" y="6670"/>
                  </a:cubicBezTo>
                  <a:lnTo>
                    <a:pt x="3334" y="4313"/>
                  </a:lnTo>
                  <a:close/>
                  <a:moveTo>
                    <a:pt x="4501" y="4289"/>
                  </a:moveTo>
                  <a:lnTo>
                    <a:pt x="5859" y="5861"/>
                  </a:lnTo>
                  <a:cubicBezTo>
                    <a:pt x="5787" y="6027"/>
                    <a:pt x="5739" y="6170"/>
                    <a:pt x="5739" y="6337"/>
                  </a:cubicBezTo>
                  <a:cubicBezTo>
                    <a:pt x="5739" y="6813"/>
                    <a:pt x="6049" y="7218"/>
                    <a:pt x="6501" y="7361"/>
                  </a:cubicBezTo>
                  <a:lnTo>
                    <a:pt x="6501" y="9147"/>
                  </a:lnTo>
                  <a:lnTo>
                    <a:pt x="4263" y="9147"/>
                  </a:lnTo>
                  <a:lnTo>
                    <a:pt x="4263" y="4432"/>
                  </a:lnTo>
                  <a:lnTo>
                    <a:pt x="4239" y="4432"/>
                  </a:lnTo>
                  <a:cubicBezTo>
                    <a:pt x="4311" y="4408"/>
                    <a:pt x="4430" y="4360"/>
                    <a:pt x="4501" y="4289"/>
                  </a:cubicBezTo>
                  <a:close/>
                  <a:moveTo>
                    <a:pt x="9288" y="3217"/>
                  </a:moveTo>
                  <a:cubicBezTo>
                    <a:pt x="9383" y="3241"/>
                    <a:pt x="9478" y="3241"/>
                    <a:pt x="9526" y="3289"/>
                  </a:cubicBezTo>
                  <a:lnTo>
                    <a:pt x="9526" y="9147"/>
                  </a:lnTo>
                  <a:lnTo>
                    <a:pt x="7144" y="9147"/>
                  </a:lnTo>
                  <a:lnTo>
                    <a:pt x="7144" y="7361"/>
                  </a:lnTo>
                  <a:cubicBezTo>
                    <a:pt x="7573" y="7218"/>
                    <a:pt x="7883" y="6813"/>
                    <a:pt x="7883" y="6337"/>
                  </a:cubicBezTo>
                  <a:cubicBezTo>
                    <a:pt x="7883" y="6099"/>
                    <a:pt x="7811" y="5861"/>
                    <a:pt x="7645" y="5694"/>
                  </a:cubicBezTo>
                  <a:lnTo>
                    <a:pt x="9288" y="3217"/>
                  </a:lnTo>
                  <a:close/>
                  <a:moveTo>
                    <a:pt x="9894" y="0"/>
                  </a:moveTo>
                  <a:cubicBezTo>
                    <a:pt x="8980" y="0"/>
                    <a:pt x="8240" y="745"/>
                    <a:pt x="8240" y="1646"/>
                  </a:cubicBezTo>
                  <a:cubicBezTo>
                    <a:pt x="8240" y="2122"/>
                    <a:pt x="8454" y="2527"/>
                    <a:pt x="8764" y="2836"/>
                  </a:cubicBezTo>
                  <a:lnTo>
                    <a:pt x="7121" y="5313"/>
                  </a:lnTo>
                  <a:cubicBezTo>
                    <a:pt x="7025" y="5265"/>
                    <a:pt x="6930" y="5265"/>
                    <a:pt x="6859" y="5265"/>
                  </a:cubicBezTo>
                  <a:cubicBezTo>
                    <a:pt x="6668" y="5265"/>
                    <a:pt x="6525" y="5313"/>
                    <a:pt x="6382" y="5384"/>
                  </a:cubicBezTo>
                  <a:lnTo>
                    <a:pt x="4954" y="3717"/>
                  </a:lnTo>
                  <a:cubicBezTo>
                    <a:pt x="4977" y="3598"/>
                    <a:pt x="5001" y="3456"/>
                    <a:pt x="4977" y="3313"/>
                  </a:cubicBezTo>
                  <a:cubicBezTo>
                    <a:pt x="4906" y="2789"/>
                    <a:pt x="4501" y="2384"/>
                    <a:pt x="4001" y="2360"/>
                  </a:cubicBezTo>
                  <a:cubicBezTo>
                    <a:pt x="3971" y="2358"/>
                    <a:pt x="3942" y="2357"/>
                    <a:pt x="3913" y="2357"/>
                  </a:cubicBezTo>
                  <a:cubicBezTo>
                    <a:pt x="3313" y="2357"/>
                    <a:pt x="2858" y="2818"/>
                    <a:pt x="2858" y="3432"/>
                  </a:cubicBezTo>
                  <a:cubicBezTo>
                    <a:pt x="2858" y="3551"/>
                    <a:pt x="2882" y="3670"/>
                    <a:pt x="2906" y="3765"/>
                  </a:cubicBezTo>
                  <a:lnTo>
                    <a:pt x="1191" y="6385"/>
                  </a:lnTo>
                  <a:lnTo>
                    <a:pt x="1072" y="6385"/>
                  </a:lnTo>
                  <a:cubicBezTo>
                    <a:pt x="476" y="6385"/>
                    <a:pt x="0" y="6861"/>
                    <a:pt x="0" y="7456"/>
                  </a:cubicBezTo>
                  <a:cubicBezTo>
                    <a:pt x="0" y="7933"/>
                    <a:pt x="310" y="8314"/>
                    <a:pt x="738" y="8457"/>
                  </a:cubicBezTo>
                  <a:lnTo>
                    <a:pt x="738" y="9147"/>
                  </a:lnTo>
                  <a:lnTo>
                    <a:pt x="0" y="9147"/>
                  </a:lnTo>
                  <a:lnTo>
                    <a:pt x="0" y="9814"/>
                  </a:lnTo>
                  <a:lnTo>
                    <a:pt x="11503" y="9814"/>
                  </a:lnTo>
                  <a:lnTo>
                    <a:pt x="11503" y="9147"/>
                  </a:lnTo>
                  <a:lnTo>
                    <a:pt x="10193" y="9147"/>
                  </a:lnTo>
                  <a:lnTo>
                    <a:pt x="10193" y="3289"/>
                  </a:lnTo>
                  <a:lnTo>
                    <a:pt x="10217" y="3289"/>
                  </a:lnTo>
                  <a:cubicBezTo>
                    <a:pt x="10979" y="3122"/>
                    <a:pt x="11550" y="2408"/>
                    <a:pt x="11526" y="1574"/>
                  </a:cubicBezTo>
                  <a:cubicBezTo>
                    <a:pt x="11503" y="741"/>
                    <a:pt x="10812" y="74"/>
                    <a:pt x="9978" y="2"/>
                  </a:cubicBezTo>
                  <a:cubicBezTo>
                    <a:pt x="9950" y="1"/>
                    <a:pt x="9922" y="0"/>
                    <a:pt x="98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96" name="Google Shape;4796;p40"/>
          <p:cNvGrpSpPr/>
          <p:nvPr/>
        </p:nvGrpSpPr>
        <p:grpSpPr>
          <a:xfrm>
            <a:off x="528567" y="4220632"/>
            <a:ext cx="878914" cy="511681"/>
            <a:chOff x="4436950" y="1405000"/>
            <a:chExt cx="682175" cy="397175"/>
          </a:xfrm>
        </p:grpSpPr>
        <p:sp>
          <p:nvSpPr>
            <p:cNvPr id="4797" name="Google Shape;4797;p40"/>
            <p:cNvSpPr/>
            <p:nvPr/>
          </p:nvSpPr>
          <p:spPr>
            <a:xfrm>
              <a:off x="4437225" y="1405000"/>
              <a:ext cx="397175" cy="397175"/>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8" name="Google Shape;4798;p40"/>
            <p:cNvSpPr/>
            <p:nvPr/>
          </p:nvSpPr>
          <p:spPr>
            <a:xfrm>
              <a:off x="4721975" y="1405000"/>
              <a:ext cx="397150" cy="397175"/>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9" name="Google Shape;4799;p40"/>
            <p:cNvSpPr/>
            <p:nvPr/>
          </p:nvSpPr>
          <p:spPr>
            <a:xfrm>
              <a:off x="4436950" y="1405000"/>
              <a:ext cx="396875" cy="396900"/>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0" name="Google Shape;4800;p40"/>
            <p:cNvSpPr/>
            <p:nvPr/>
          </p:nvSpPr>
          <p:spPr>
            <a:xfrm>
              <a:off x="4721975" y="1405000"/>
              <a:ext cx="396875" cy="396900"/>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01" name="Google Shape;4801;p40"/>
          <p:cNvGrpSpPr/>
          <p:nvPr/>
        </p:nvGrpSpPr>
        <p:grpSpPr>
          <a:xfrm>
            <a:off x="7815367" y="539507"/>
            <a:ext cx="878914" cy="511681"/>
            <a:chOff x="4436950" y="1405000"/>
            <a:chExt cx="682175" cy="397175"/>
          </a:xfrm>
        </p:grpSpPr>
        <p:sp>
          <p:nvSpPr>
            <p:cNvPr id="4802" name="Google Shape;4802;p40"/>
            <p:cNvSpPr/>
            <p:nvPr/>
          </p:nvSpPr>
          <p:spPr>
            <a:xfrm>
              <a:off x="4437225" y="1405000"/>
              <a:ext cx="397175" cy="397175"/>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3" name="Google Shape;4803;p40"/>
            <p:cNvSpPr/>
            <p:nvPr/>
          </p:nvSpPr>
          <p:spPr>
            <a:xfrm>
              <a:off x="4721975" y="1405000"/>
              <a:ext cx="397150" cy="397175"/>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4" name="Google Shape;4804;p40"/>
            <p:cNvSpPr/>
            <p:nvPr/>
          </p:nvSpPr>
          <p:spPr>
            <a:xfrm>
              <a:off x="4436950" y="1405000"/>
              <a:ext cx="396875" cy="396900"/>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5" name="Google Shape;4805;p40"/>
            <p:cNvSpPr/>
            <p:nvPr/>
          </p:nvSpPr>
          <p:spPr>
            <a:xfrm>
              <a:off x="4721975" y="1405000"/>
              <a:ext cx="396875" cy="396900"/>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06" name="Google Shape;4806;p40"/>
          <p:cNvGrpSpPr/>
          <p:nvPr/>
        </p:nvGrpSpPr>
        <p:grpSpPr>
          <a:xfrm>
            <a:off x="7079937" y="3445140"/>
            <a:ext cx="1105901" cy="1048217"/>
            <a:chOff x="7079937" y="3445140"/>
            <a:chExt cx="1105901" cy="1048217"/>
          </a:xfrm>
        </p:grpSpPr>
        <p:sp>
          <p:nvSpPr>
            <p:cNvPr id="4807" name="Google Shape;4807;p40"/>
            <p:cNvSpPr/>
            <p:nvPr/>
          </p:nvSpPr>
          <p:spPr>
            <a:xfrm rot="899960">
              <a:off x="7172784" y="3549932"/>
              <a:ext cx="920209" cy="838633"/>
            </a:xfrm>
            <a:custGeom>
              <a:avLst/>
              <a:gdLst/>
              <a:ahLst/>
              <a:cxnLst/>
              <a:rect l="l" t="t" r="r" b="b"/>
              <a:pathLst>
                <a:path w="24332" h="22175" extrusionOk="0">
                  <a:moveTo>
                    <a:pt x="12160" y="1"/>
                  </a:moveTo>
                  <a:cubicBezTo>
                    <a:pt x="9324" y="1"/>
                    <a:pt x="6488" y="1085"/>
                    <a:pt x="4326" y="3253"/>
                  </a:cubicBezTo>
                  <a:cubicBezTo>
                    <a:pt x="1" y="7578"/>
                    <a:pt x="1" y="14597"/>
                    <a:pt x="4326" y="18922"/>
                  </a:cubicBezTo>
                  <a:cubicBezTo>
                    <a:pt x="6488" y="21090"/>
                    <a:pt x="9324" y="22174"/>
                    <a:pt x="12160" y="22174"/>
                  </a:cubicBezTo>
                  <a:cubicBezTo>
                    <a:pt x="14996" y="22174"/>
                    <a:pt x="17832" y="21090"/>
                    <a:pt x="19995" y="18922"/>
                  </a:cubicBezTo>
                  <a:cubicBezTo>
                    <a:pt x="24331" y="14597"/>
                    <a:pt x="24331" y="7578"/>
                    <a:pt x="19995" y="3253"/>
                  </a:cubicBezTo>
                  <a:cubicBezTo>
                    <a:pt x="17832" y="1085"/>
                    <a:pt x="14996" y="1"/>
                    <a:pt x="121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8" name="Google Shape;4808;p40"/>
            <p:cNvSpPr/>
            <p:nvPr/>
          </p:nvSpPr>
          <p:spPr>
            <a:xfrm rot="899960">
              <a:off x="7301826" y="3638373"/>
              <a:ext cx="661679" cy="661679"/>
            </a:xfrm>
            <a:custGeom>
              <a:avLst/>
              <a:gdLst/>
              <a:ahLst/>
              <a:cxnLst/>
              <a:rect l="l" t="t" r="r" b="b"/>
              <a:pathLst>
                <a:path w="17496" h="17496" extrusionOk="0">
                  <a:moveTo>
                    <a:pt x="17496" y="8753"/>
                  </a:moveTo>
                  <a:cubicBezTo>
                    <a:pt x="17496" y="13581"/>
                    <a:pt x="13581" y="17495"/>
                    <a:pt x="8743" y="17495"/>
                  </a:cubicBezTo>
                  <a:cubicBezTo>
                    <a:pt x="3915" y="17495"/>
                    <a:pt x="1" y="13581"/>
                    <a:pt x="1" y="8753"/>
                  </a:cubicBezTo>
                  <a:cubicBezTo>
                    <a:pt x="1" y="3926"/>
                    <a:pt x="3915" y="0"/>
                    <a:pt x="8743" y="0"/>
                  </a:cubicBezTo>
                  <a:cubicBezTo>
                    <a:pt x="13581" y="0"/>
                    <a:pt x="17496" y="3926"/>
                    <a:pt x="17496" y="8753"/>
                  </a:cubicBezTo>
                  <a:close/>
                </a:path>
              </a:pathLst>
            </a:custGeom>
            <a:gradFill>
              <a:gsLst>
                <a:gs pos="0">
                  <a:schemeClr val="accent1"/>
                </a:gs>
                <a:gs pos="100000">
                  <a:schemeClr val="lt1"/>
                </a:gs>
              </a:gsLst>
              <a:path path="circle">
                <a:fillToRect l="50000" t="50000" r="50000" b="50000"/>
              </a:path>
              <a:tileRect/>
            </a:gradFill>
            <a:ln>
              <a:noFill/>
            </a:ln>
            <a:effectLst>
              <a:outerShdw blurRad="85725" dist="38100" dir="4500000" algn="bl" rotWithShape="0">
                <a:schemeClr val="lt1">
                  <a:alpha val="54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9" name="Google Shape;4809;p40"/>
            <p:cNvSpPr/>
            <p:nvPr/>
          </p:nvSpPr>
          <p:spPr>
            <a:xfrm rot="762396">
              <a:off x="7449251" y="3786067"/>
              <a:ext cx="367272" cy="366376"/>
            </a:xfrm>
            <a:custGeom>
              <a:avLst/>
              <a:gdLst/>
              <a:ahLst/>
              <a:cxnLst/>
              <a:rect l="l" t="t" r="r" b="b"/>
              <a:pathLst>
                <a:path w="12697" h="12666" extrusionOk="0">
                  <a:moveTo>
                    <a:pt x="6301" y="1356"/>
                  </a:moveTo>
                  <a:cubicBezTo>
                    <a:pt x="6522" y="1356"/>
                    <a:pt x="6711" y="1576"/>
                    <a:pt x="6711" y="1797"/>
                  </a:cubicBezTo>
                  <a:lnTo>
                    <a:pt x="6711" y="2269"/>
                  </a:lnTo>
                  <a:cubicBezTo>
                    <a:pt x="7656" y="2458"/>
                    <a:pt x="8349" y="3309"/>
                    <a:pt x="8349" y="4285"/>
                  </a:cubicBezTo>
                  <a:cubicBezTo>
                    <a:pt x="8349" y="4538"/>
                    <a:pt x="8160" y="4727"/>
                    <a:pt x="7971" y="4727"/>
                  </a:cubicBezTo>
                  <a:cubicBezTo>
                    <a:pt x="7719" y="4727"/>
                    <a:pt x="7530" y="4538"/>
                    <a:pt x="7530" y="4285"/>
                  </a:cubicBezTo>
                  <a:cubicBezTo>
                    <a:pt x="7530" y="3624"/>
                    <a:pt x="6994" y="3057"/>
                    <a:pt x="6301" y="3057"/>
                  </a:cubicBezTo>
                  <a:cubicBezTo>
                    <a:pt x="5640" y="3057"/>
                    <a:pt x="5073" y="3624"/>
                    <a:pt x="5073" y="4285"/>
                  </a:cubicBezTo>
                  <a:cubicBezTo>
                    <a:pt x="5073" y="4947"/>
                    <a:pt x="5829" y="5483"/>
                    <a:pt x="6585" y="6018"/>
                  </a:cubicBezTo>
                  <a:cubicBezTo>
                    <a:pt x="7435" y="6648"/>
                    <a:pt x="8412" y="7310"/>
                    <a:pt x="8412" y="8413"/>
                  </a:cubicBezTo>
                  <a:cubicBezTo>
                    <a:pt x="8412" y="9421"/>
                    <a:pt x="7687" y="10271"/>
                    <a:pt x="6742" y="10429"/>
                  </a:cubicBezTo>
                  <a:lnTo>
                    <a:pt x="6742" y="10901"/>
                  </a:lnTo>
                  <a:cubicBezTo>
                    <a:pt x="6742" y="11154"/>
                    <a:pt x="6553" y="11311"/>
                    <a:pt x="6364" y="11311"/>
                  </a:cubicBezTo>
                  <a:cubicBezTo>
                    <a:pt x="6144" y="11311"/>
                    <a:pt x="5955" y="11091"/>
                    <a:pt x="5955" y="10901"/>
                  </a:cubicBezTo>
                  <a:lnTo>
                    <a:pt x="5955" y="10429"/>
                  </a:lnTo>
                  <a:cubicBezTo>
                    <a:pt x="5010" y="10240"/>
                    <a:pt x="4316" y="9421"/>
                    <a:pt x="4316" y="8413"/>
                  </a:cubicBezTo>
                  <a:cubicBezTo>
                    <a:pt x="4316" y="8192"/>
                    <a:pt x="4505" y="8035"/>
                    <a:pt x="4694" y="8035"/>
                  </a:cubicBezTo>
                  <a:cubicBezTo>
                    <a:pt x="4884" y="8035"/>
                    <a:pt x="5136" y="8224"/>
                    <a:pt x="5136" y="8413"/>
                  </a:cubicBezTo>
                  <a:cubicBezTo>
                    <a:pt x="5136" y="9106"/>
                    <a:pt x="5671" y="9641"/>
                    <a:pt x="6364" y="9641"/>
                  </a:cubicBezTo>
                  <a:cubicBezTo>
                    <a:pt x="7026" y="9641"/>
                    <a:pt x="7561" y="9106"/>
                    <a:pt x="7561" y="8413"/>
                  </a:cubicBezTo>
                  <a:cubicBezTo>
                    <a:pt x="7561" y="7751"/>
                    <a:pt x="6868" y="7247"/>
                    <a:pt x="6081" y="6680"/>
                  </a:cubicBezTo>
                  <a:cubicBezTo>
                    <a:pt x="5199" y="6050"/>
                    <a:pt x="4253" y="5388"/>
                    <a:pt x="4253" y="4285"/>
                  </a:cubicBezTo>
                  <a:cubicBezTo>
                    <a:pt x="4253" y="3309"/>
                    <a:pt x="4978" y="2427"/>
                    <a:pt x="5923" y="2269"/>
                  </a:cubicBezTo>
                  <a:lnTo>
                    <a:pt x="5923" y="1797"/>
                  </a:lnTo>
                  <a:cubicBezTo>
                    <a:pt x="5923" y="1576"/>
                    <a:pt x="6112" y="1356"/>
                    <a:pt x="6301" y="1356"/>
                  </a:cubicBezTo>
                  <a:close/>
                  <a:moveTo>
                    <a:pt x="6333" y="1"/>
                  </a:moveTo>
                  <a:cubicBezTo>
                    <a:pt x="2836" y="1"/>
                    <a:pt x="0" y="2836"/>
                    <a:pt x="0" y="6333"/>
                  </a:cubicBezTo>
                  <a:cubicBezTo>
                    <a:pt x="0" y="9830"/>
                    <a:pt x="2836" y="12666"/>
                    <a:pt x="6333" y="12666"/>
                  </a:cubicBezTo>
                  <a:cubicBezTo>
                    <a:pt x="9861" y="12666"/>
                    <a:pt x="12697" y="9830"/>
                    <a:pt x="12697" y="6333"/>
                  </a:cubicBezTo>
                  <a:cubicBezTo>
                    <a:pt x="12697" y="2836"/>
                    <a:pt x="9861" y="1"/>
                    <a:pt x="63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10" name="Google Shape;4810;p40"/>
          <p:cNvSpPr txBox="1">
            <a:spLocks noGrp="1"/>
          </p:cNvSpPr>
          <p:nvPr>
            <p:ph type="subTitle" idx="1"/>
          </p:nvPr>
        </p:nvSpPr>
        <p:spPr>
          <a:xfrm>
            <a:off x="1531650" y="3763450"/>
            <a:ext cx="4774800" cy="411600"/>
          </a:xfrm>
          <a:prstGeom prst="rect">
            <a:avLst/>
          </a:prstGeom>
          <a:ln>
            <a:solidFill>
              <a:srgbClr val="D1BA97"/>
            </a:solid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t>Alex Júnio Maia de Oliveira</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28"/>
        <p:cNvGrpSpPr/>
        <p:nvPr/>
      </p:nvGrpSpPr>
      <p:grpSpPr>
        <a:xfrm>
          <a:off x="0" y="0"/>
          <a:ext cx="0" cy="0"/>
          <a:chOff x="0" y="0"/>
          <a:chExt cx="0" cy="0"/>
        </a:xfrm>
      </p:grpSpPr>
      <p:sp>
        <p:nvSpPr>
          <p:cNvPr id="4829" name="Google Shape;4829;p42"/>
          <p:cNvSpPr txBox="1">
            <a:spLocks noGrp="1"/>
          </p:cNvSpPr>
          <p:nvPr>
            <p:ph type="title" idx="14"/>
          </p:nvPr>
        </p:nvSpPr>
        <p:spPr>
          <a:xfrm>
            <a:off x="4687827" y="1513668"/>
            <a:ext cx="775800" cy="775800"/>
          </a:xfrm>
          <a:prstGeom prst="rect">
            <a:avLst/>
          </a:prstGeom>
          <a:gradFill>
            <a:gsLst>
              <a:gs pos="0">
                <a:schemeClr val="accent1"/>
              </a:gs>
              <a:gs pos="100000">
                <a:schemeClr val="lt1"/>
              </a:gs>
            </a:gsLst>
            <a:path path="circle">
              <a:fillToRect l="50000" t="50000" r="50000" b="50000"/>
            </a:path>
            <a:tileRect/>
          </a:gradFill>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4830" name="Google Shape;4830;p42"/>
          <p:cNvSpPr txBox="1">
            <a:spLocks noGrp="1"/>
          </p:cNvSpPr>
          <p:nvPr>
            <p:ph type="title" idx="15"/>
          </p:nvPr>
        </p:nvSpPr>
        <p:spPr>
          <a:xfrm>
            <a:off x="4687827" y="3040568"/>
            <a:ext cx="775800" cy="775800"/>
          </a:xfrm>
          <a:prstGeom prst="rect">
            <a:avLst/>
          </a:prstGeom>
          <a:gradFill>
            <a:gsLst>
              <a:gs pos="0">
                <a:schemeClr val="accent1"/>
              </a:gs>
              <a:gs pos="100000">
                <a:schemeClr val="lt1"/>
              </a:gs>
            </a:gsLst>
            <a:path path="circle">
              <a:fillToRect l="50000" t="50000" r="50000" b="50000"/>
            </a:path>
            <a:tileRect/>
          </a:gradFill>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4831" name="Google Shape;4831;p42"/>
          <p:cNvSpPr txBox="1">
            <a:spLocks noGrp="1"/>
          </p:cNvSpPr>
          <p:nvPr>
            <p:ph type="title" idx="13"/>
          </p:nvPr>
        </p:nvSpPr>
        <p:spPr>
          <a:xfrm>
            <a:off x="943977" y="3040568"/>
            <a:ext cx="775800" cy="775800"/>
          </a:xfrm>
          <a:prstGeom prst="rect">
            <a:avLst/>
          </a:prstGeom>
          <a:gradFill>
            <a:gsLst>
              <a:gs pos="0">
                <a:schemeClr val="accent1"/>
              </a:gs>
              <a:gs pos="100000">
                <a:schemeClr val="lt1"/>
              </a:gs>
            </a:gsLst>
            <a:path path="circle">
              <a:fillToRect l="50000" t="50000" r="50000" b="50000"/>
            </a:path>
            <a:tileRect/>
          </a:gradFill>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4832" name="Google Shape;4832;p42"/>
          <p:cNvSpPr txBox="1">
            <a:spLocks noGrp="1"/>
          </p:cNvSpPr>
          <p:nvPr>
            <p:ph type="title" idx="9"/>
          </p:nvPr>
        </p:nvSpPr>
        <p:spPr>
          <a:xfrm>
            <a:off x="943977" y="1513668"/>
            <a:ext cx="775800" cy="775800"/>
          </a:xfrm>
          <a:prstGeom prst="rect">
            <a:avLst/>
          </a:prstGeom>
          <a:gradFill>
            <a:gsLst>
              <a:gs pos="0">
                <a:schemeClr val="accent1"/>
              </a:gs>
              <a:gs pos="100000">
                <a:schemeClr val="lt1"/>
              </a:gs>
            </a:gsLst>
            <a:path path="circle">
              <a:fillToRect l="50000" t="50000" r="50000" b="50000"/>
            </a:path>
            <a:tileRect/>
          </a:gradFill>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4833" name="Google Shape;4833;p42"/>
          <p:cNvSpPr txBox="1">
            <a:spLocks noGrp="1"/>
          </p:cNvSpPr>
          <p:nvPr>
            <p:ph type="title"/>
          </p:nvPr>
        </p:nvSpPr>
        <p:spPr>
          <a:xfrm>
            <a:off x="720000" y="445025"/>
            <a:ext cx="77040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SUMÁRIO</a:t>
            </a:r>
            <a:endParaRPr dirty="0">
              <a:solidFill>
                <a:schemeClr val="dk2"/>
              </a:solidFill>
            </a:endParaRPr>
          </a:p>
        </p:txBody>
      </p:sp>
      <p:sp>
        <p:nvSpPr>
          <p:cNvPr id="4834" name="Google Shape;4834;p42"/>
          <p:cNvSpPr txBox="1">
            <a:spLocks noGrp="1"/>
          </p:cNvSpPr>
          <p:nvPr>
            <p:ph type="title" idx="2"/>
          </p:nvPr>
        </p:nvSpPr>
        <p:spPr>
          <a:xfrm>
            <a:off x="1872275" y="1513675"/>
            <a:ext cx="237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CASE DATA SCIENCE &amp; AI</a:t>
            </a:r>
            <a:endParaRPr dirty="0"/>
          </a:p>
        </p:txBody>
      </p:sp>
      <p:sp>
        <p:nvSpPr>
          <p:cNvPr id="4835" name="Google Shape;4835;p42"/>
          <p:cNvSpPr txBox="1">
            <a:spLocks noGrp="1"/>
          </p:cNvSpPr>
          <p:nvPr>
            <p:ph type="title" idx="3"/>
          </p:nvPr>
        </p:nvSpPr>
        <p:spPr>
          <a:xfrm>
            <a:off x="5616000" y="1513675"/>
            <a:ext cx="237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FERRAMENTAS UTILIZADAS</a:t>
            </a:r>
            <a:endParaRPr dirty="0"/>
          </a:p>
        </p:txBody>
      </p:sp>
      <p:sp>
        <p:nvSpPr>
          <p:cNvPr id="4836" name="Google Shape;4836;p42"/>
          <p:cNvSpPr txBox="1">
            <a:spLocks noGrp="1"/>
          </p:cNvSpPr>
          <p:nvPr>
            <p:ph type="subTitle" idx="1"/>
          </p:nvPr>
        </p:nvSpPr>
        <p:spPr>
          <a:xfrm>
            <a:off x="1872263" y="2153875"/>
            <a:ext cx="237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Resumo do case apresentado</a:t>
            </a:r>
            <a:endParaRPr dirty="0"/>
          </a:p>
        </p:txBody>
      </p:sp>
      <p:sp>
        <p:nvSpPr>
          <p:cNvPr id="4837" name="Google Shape;4837;p42"/>
          <p:cNvSpPr txBox="1">
            <a:spLocks noGrp="1"/>
          </p:cNvSpPr>
          <p:nvPr>
            <p:ph type="subTitle" idx="4"/>
          </p:nvPr>
        </p:nvSpPr>
        <p:spPr>
          <a:xfrm>
            <a:off x="5615988" y="2153875"/>
            <a:ext cx="237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Ferramentas utilizadas para o case</a:t>
            </a:r>
            <a:endParaRPr dirty="0"/>
          </a:p>
        </p:txBody>
      </p:sp>
      <p:sp>
        <p:nvSpPr>
          <p:cNvPr id="4838" name="Google Shape;4838;p42"/>
          <p:cNvSpPr txBox="1">
            <a:spLocks noGrp="1"/>
          </p:cNvSpPr>
          <p:nvPr>
            <p:ph type="title" idx="5"/>
          </p:nvPr>
        </p:nvSpPr>
        <p:spPr>
          <a:xfrm>
            <a:off x="1872275" y="3038175"/>
            <a:ext cx="237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PROCESSO</a:t>
            </a:r>
            <a:endParaRPr dirty="0"/>
          </a:p>
        </p:txBody>
      </p:sp>
      <p:sp>
        <p:nvSpPr>
          <p:cNvPr id="4839" name="Google Shape;4839;p42"/>
          <p:cNvSpPr txBox="1">
            <a:spLocks noGrp="1"/>
          </p:cNvSpPr>
          <p:nvPr>
            <p:ph type="title" idx="6"/>
          </p:nvPr>
        </p:nvSpPr>
        <p:spPr>
          <a:xfrm>
            <a:off x="5616000" y="3038175"/>
            <a:ext cx="237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CONCLUSÕES</a:t>
            </a:r>
            <a:endParaRPr dirty="0"/>
          </a:p>
        </p:txBody>
      </p:sp>
      <p:sp>
        <p:nvSpPr>
          <p:cNvPr id="4840" name="Google Shape;4840;p42"/>
          <p:cNvSpPr txBox="1">
            <a:spLocks noGrp="1"/>
          </p:cNvSpPr>
          <p:nvPr>
            <p:ph type="subTitle" idx="7"/>
          </p:nvPr>
        </p:nvSpPr>
        <p:spPr>
          <a:xfrm>
            <a:off x="1872289" y="3678375"/>
            <a:ext cx="237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Desenvolvimento e dificuldades</a:t>
            </a:r>
            <a:endParaRPr dirty="0"/>
          </a:p>
        </p:txBody>
      </p:sp>
      <p:sp>
        <p:nvSpPr>
          <p:cNvPr id="4841" name="Google Shape;4841;p42"/>
          <p:cNvSpPr txBox="1">
            <a:spLocks noGrp="1"/>
          </p:cNvSpPr>
          <p:nvPr>
            <p:ph type="subTitle" idx="8"/>
          </p:nvPr>
        </p:nvSpPr>
        <p:spPr>
          <a:xfrm>
            <a:off x="5615992" y="3678375"/>
            <a:ext cx="237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Conclusão do case</a:t>
            </a:r>
            <a:endParaRPr dirty="0"/>
          </a:p>
        </p:txBody>
      </p:sp>
      <p:grpSp>
        <p:nvGrpSpPr>
          <p:cNvPr id="4842" name="Google Shape;4842;p42"/>
          <p:cNvGrpSpPr/>
          <p:nvPr/>
        </p:nvGrpSpPr>
        <p:grpSpPr>
          <a:xfrm>
            <a:off x="7815367" y="539507"/>
            <a:ext cx="878914" cy="511681"/>
            <a:chOff x="4436950" y="1405000"/>
            <a:chExt cx="682175" cy="397175"/>
          </a:xfrm>
        </p:grpSpPr>
        <p:sp>
          <p:nvSpPr>
            <p:cNvPr id="4843" name="Google Shape;4843;p42"/>
            <p:cNvSpPr/>
            <p:nvPr/>
          </p:nvSpPr>
          <p:spPr>
            <a:xfrm>
              <a:off x="4437225" y="1405000"/>
              <a:ext cx="397175" cy="397175"/>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4" name="Google Shape;4844;p42"/>
            <p:cNvSpPr/>
            <p:nvPr/>
          </p:nvSpPr>
          <p:spPr>
            <a:xfrm>
              <a:off x="4721975" y="1405000"/>
              <a:ext cx="397150" cy="397175"/>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5" name="Google Shape;4845;p42"/>
            <p:cNvSpPr/>
            <p:nvPr/>
          </p:nvSpPr>
          <p:spPr>
            <a:xfrm>
              <a:off x="4436950" y="1405000"/>
              <a:ext cx="396875" cy="396900"/>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6" name="Google Shape;4846;p42"/>
            <p:cNvSpPr/>
            <p:nvPr/>
          </p:nvSpPr>
          <p:spPr>
            <a:xfrm>
              <a:off x="4721975" y="1405000"/>
              <a:ext cx="396875" cy="396900"/>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66"/>
        <p:cNvGrpSpPr/>
        <p:nvPr/>
      </p:nvGrpSpPr>
      <p:grpSpPr>
        <a:xfrm>
          <a:off x="0" y="0"/>
          <a:ext cx="0" cy="0"/>
          <a:chOff x="0" y="0"/>
          <a:chExt cx="0" cy="0"/>
        </a:xfrm>
      </p:grpSpPr>
      <p:sp>
        <p:nvSpPr>
          <p:cNvPr id="4867" name="Google Shape;4867;p44"/>
          <p:cNvSpPr txBox="1">
            <a:spLocks noGrp="1"/>
          </p:cNvSpPr>
          <p:nvPr>
            <p:ph type="title"/>
          </p:nvPr>
        </p:nvSpPr>
        <p:spPr>
          <a:xfrm>
            <a:off x="1920300" y="2288450"/>
            <a:ext cx="5303400" cy="1481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 dirty="0"/>
              <a:t>CASE DATA SCIENCE &amp; AI</a:t>
            </a:r>
            <a:endParaRPr dirty="0">
              <a:solidFill>
                <a:schemeClr val="dk2"/>
              </a:solidFill>
            </a:endParaRPr>
          </a:p>
        </p:txBody>
      </p:sp>
      <p:sp>
        <p:nvSpPr>
          <p:cNvPr id="4868" name="Google Shape;4868;p44"/>
          <p:cNvSpPr txBox="1">
            <a:spLocks noGrp="1"/>
          </p:cNvSpPr>
          <p:nvPr>
            <p:ph type="subTitle" idx="1"/>
          </p:nvPr>
        </p:nvSpPr>
        <p:spPr>
          <a:xfrm>
            <a:off x="1920300" y="3769850"/>
            <a:ext cx="5303400" cy="411600"/>
          </a:xfrm>
          <a:prstGeom prst="rect">
            <a:avLst/>
          </a:prstGeom>
        </p:spPr>
        <p:txBody>
          <a:bodyPr spcFirstLastPara="1" wrap="square" lIns="91425" tIns="91425" rIns="91425" bIns="91425" anchor="t" anchorCtr="0">
            <a:noAutofit/>
          </a:bodyPr>
          <a:lstStyle/>
          <a:p>
            <a:pPr marL="0" lvl="0" indent="0">
              <a:buSzPts val="1100"/>
            </a:pPr>
            <a:r>
              <a:rPr lang="pt-BR" dirty="0"/>
              <a:t>Resumo do case apresentado</a:t>
            </a:r>
          </a:p>
        </p:txBody>
      </p:sp>
      <p:grpSp>
        <p:nvGrpSpPr>
          <p:cNvPr id="4869" name="Google Shape;4869;p44"/>
          <p:cNvGrpSpPr/>
          <p:nvPr/>
        </p:nvGrpSpPr>
        <p:grpSpPr>
          <a:xfrm>
            <a:off x="7430942" y="539507"/>
            <a:ext cx="1256089" cy="511681"/>
            <a:chOff x="7438192" y="539507"/>
            <a:chExt cx="1256089" cy="511681"/>
          </a:xfrm>
        </p:grpSpPr>
        <p:sp>
          <p:nvSpPr>
            <p:cNvPr id="4870" name="Google Shape;4870;p44"/>
            <p:cNvSpPr/>
            <p:nvPr/>
          </p:nvSpPr>
          <p:spPr>
            <a:xfrm>
              <a:off x="7815721"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1" name="Google Shape;4871;p44"/>
            <p:cNvSpPr/>
            <p:nvPr/>
          </p:nvSpPr>
          <p:spPr>
            <a:xfrm>
              <a:off x="8182593" y="539507"/>
              <a:ext cx="511688" cy="511681"/>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2" name="Google Shape;4872;p44"/>
            <p:cNvSpPr/>
            <p:nvPr/>
          </p:nvSpPr>
          <p:spPr>
            <a:xfrm>
              <a:off x="7438546"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3" name="Google Shape;4873;p44"/>
            <p:cNvSpPr/>
            <p:nvPr/>
          </p:nvSpPr>
          <p:spPr>
            <a:xfrm>
              <a:off x="7815367"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4" name="Google Shape;4874;p44"/>
            <p:cNvSpPr/>
            <p:nvPr/>
          </p:nvSpPr>
          <p:spPr>
            <a:xfrm>
              <a:off x="8182593" y="539507"/>
              <a:ext cx="511334" cy="511326"/>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5" name="Google Shape;4875;p44"/>
            <p:cNvSpPr/>
            <p:nvPr/>
          </p:nvSpPr>
          <p:spPr>
            <a:xfrm>
              <a:off x="7438192"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76" name="Google Shape;4876;p44"/>
          <p:cNvGrpSpPr/>
          <p:nvPr/>
        </p:nvGrpSpPr>
        <p:grpSpPr>
          <a:xfrm>
            <a:off x="440642" y="4092332"/>
            <a:ext cx="878914" cy="511681"/>
            <a:chOff x="4436950" y="1405000"/>
            <a:chExt cx="682175" cy="397175"/>
          </a:xfrm>
        </p:grpSpPr>
        <p:sp>
          <p:nvSpPr>
            <p:cNvPr id="4877" name="Google Shape;4877;p44"/>
            <p:cNvSpPr/>
            <p:nvPr/>
          </p:nvSpPr>
          <p:spPr>
            <a:xfrm>
              <a:off x="4437225" y="1405000"/>
              <a:ext cx="397175" cy="397175"/>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8" name="Google Shape;4878;p44"/>
            <p:cNvSpPr/>
            <p:nvPr/>
          </p:nvSpPr>
          <p:spPr>
            <a:xfrm>
              <a:off x="4721975" y="1405000"/>
              <a:ext cx="397150" cy="397175"/>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9" name="Google Shape;4879;p44"/>
            <p:cNvSpPr/>
            <p:nvPr/>
          </p:nvSpPr>
          <p:spPr>
            <a:xfrm>
              <a:off x="4436950" y="1405000"/>
              <a:ext cx="396875" cy="396900"/>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0" name="Google Shape;4880;p44"/>
            <p:cNvSpPr/>
            <p:nvPr/>
          </p:nvSpPr>
          <p:spPr>
            <a:xfrm>
              <a:off x="4721975" y="1405000"/>
              <a:ext cx="396875" cy="396900"/>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1" name="Google Shape;4881;p44"/>
          <p:cNvGrpSpPr/>
          <p:nvPr/>
        </p:nvGrpSpPr>
        <p:grpSpPr>
          <a:xfrm rot="-939157">
            <a:off x="1333227" y="960499"/>
            <a:ext cx="920204" cy="838345"/>
            <a:chOff x="2750591" y="2542826"/>
            <a:chExt cx="920218" cy="838358"/>
          </a:xfrm>
        </p:grpSpPr>
        <p:grpSp>
          <p:nvGrpSpPr>
            <p:cNvPr id="4882" name="Google Shape;4882;p44"/>
            <p:cNvGrpSpPr/>
            <p:nvPr/>
          </p:nvGrpSpPr>
          <p:grpSpPr>
            <a:xfrm>
              <a:off x="2750591" y="2542826"/>
              <a:ext cx="920218" cy="838358"/>
              <a:chOff x="1310300" y="1329825"/>
              <a:chExt cx="599725" cy="546375"/>
            </a:xfrm>
          </p:grpSpPr>
          <p:sp>
            <p:nvSpPr>
              <p:cNvPr id="4883" name="Google Shape;4883;p44"/>
              <p:cNvSpPr/>
              <p:nvPr/>
            </p:nvSpPr>
            <p:spPr>
              <a:xfrm>
                <a:off x="1310300" y="1329825"/>
                <a:ext cx="599725" cy="546375"/>
              </a:xfrm>
              <a:custGeom>
                <a:avLst/>
                <a:gdLst/>
                <a:ahLst/>
                <a:cxnLst/>
                <a:rect l="l" t="t" r="r" b="b"/>
                <a:pathLst>
                  <a:path w="23989" h="21855" extrusionOk="0">
                    <a:moveTo>
                      <a:pt x="11994" y="1"/>
                    </a:moveTo>
                    <a:cubicBezTo>
                      <a:pt x="9198" y="1"/>
                      <a:pt x="6402" y="1068"/>
                      <a:pt x="4268" y="3202"/>
                    </a:cubicBezTo>
                    <a:cubicBezTo>
                      <a:pt x="0" y="7470"/>
                      <a:pt x="0" y="14386"/>
                      <a:pt x="4268" y="18654"/>
                    </a:cubicBezTo>
                    <a:cubicBezTo>
                      <a:pt x="6402" y="20788"/>
                      <a:pt x="9198" y="21855"/>
                      <a:pt x="11994" y="21855"/>
                    </a:cubicBezTo>
                    <a:cubicBezTo>
                      <a:pt x="14790" y="21855"/>
                      <a:pt x="17586" y="20788"/>
                      <a:pt x="19720" y="18654"/>
                    </a:cubicBezTo>
                    <a:cubicBezTo>
                      <a:pt x="23988" y="14386"/>
                      <a:pt x="23988" y="7470"/>
                      <a:pt x="19720" y="3202"/>
                    </a:cubicBezTo>
                    <a:cubicBezTo>
                      <a:pt x="17586" y="1068"/>
                      <a:pt x="14790" y="1"/>
                      <a:pt x="11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4" name="Google Shape;4884;p44"/>
              <p:cNvSpPr/>
              <p:nvPr/>
            </p:nvSpPr>
            <p:spPr>
              <a:xfrm>
                <a:off x="1394750" y="1387900"/>
                <a:ext cx="430825" cy="430825"/>
              </a:xfrm>
              <a:custGeom>
                <a:avLst/>
                <a:gdLst/>
                <a:ahLst/>
                <a:cxnLst/>
                <a:rect l="l" t="t" r="r" b="b"/>
                <a:pathLst>
                  <a:path w="17233" h="17233" extrusionOk="0">
                    <a:moveTo>
                      <a:pt x="17232" y="8616"/>
                    </a:moveTo>
                    <a:cubicBezTo>
                      <a:pt x="17232" y="13364"/>
                      <a:pt x="13375" y="17232"/>
                      <a:pt x="8616" y="17232"/>
                    </a:cubicBezTo>
                    <a:cubicBezTo>
                      <a:pt x="3857" y="17232"/>
                      <a:pt x="0" y="13364"/>
                      <a:pt x="0" y="8616"/>
                    </a:cubicBezTo>
                    <a:cubicBezTo>
                      <a:pt x="0" y="3857"/>
                      <a:pt x="3857" y="0"/>
                      <a:pt x="8616" y="0"/>
                    </a:cubicBezTo>
                    <a:cubicBezTo>
                      <a:pt x="13375" y="0"/>
                      <a:pt x="17232" y="3857"/>
                      <a:pt x="17232" y="8616"/>
                    </a:cubicBezTo>
                    <a:close/>
                  </a:path>
                </a:pathLst>
              </a:custGeom>
              <a:gradFill>
                <a:gsLst>
                  <a:gs pos="0">
                    <a:schemeClr val="accent1"/>
                  </a:gs>
                  <a:gs pos="100000">
                    <a:schemeClr val="lt1"/>
                  </a:gs>
                </a:gsLst>
                <a:path path="circle">
                  <a:fillToRect l="50000" t="50000" r="50000" b="50000"/>
                </a:path>
                <a:tileRect/>
              </a:gradFill>
              <a:ln>
                <a:noFill/>
              </a:ln>
              <a:effectLst>
                <a:outerShdw blurRad="57150" dist="47625" dir="486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5" name="Google Shape;4885;p44"/>
            <p:cNvGrpSpPr/>
            <p:nvPr/>
          </p:nvGrpSpPr>
          <p:grpSpPr>
            <a:xfrm>
              <a:off x="3008489" y="2761747"/>
              <a:ext cx="404420" cy="400514"/>
              <a:chOff x="5049725" y="1435050"/>
              <a:chExt cx="486550" cy="481850"/>
            </a:xfrm>
          </p:grpSpPr>
          <p:sp>
            <p:nvSpPr>
              <p:cNvPr id="4886" name="Google Shape;4886;p44"/>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87" name="Google Shape;4887;p44"/>
              <p:cNvSpPr/>
              <p:nvPr/>
            </p:nvSpPr>
            <p:spPr>
              <a:xfrm>
                <a:off x="5184925" y="1576250"/>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88" name="Google Shape;4888;p44"/>
              <p:cNvSpPr/>
              <p:nvPr/>
            </p:nvSpPr>
            <p:spPr>
              <a:xfrm>
                <a:off x="5049725" y="1435075"/>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89" name="Google Shape;4889;p44"/>
              <p:cNvSpPr/>
              <p:nvPr/>
            </p:nvSpPr>
            <p:spPr>
              <a:xfrm>
                <a:off x="5245825" y="1435050"/>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grpSp>
        <p:nvGrpSpPr>
          <p:cNvPr id="4890" name="Google Shape;4890;p44"/>
          <p:cNvGrpSpPr/>
          <p:nvPr/>
        </p:nvGrpSpPr>
        <p:grpSpPr>
          <a:xfrm rot="656482">
            <a:off x="7502157" y="2152578"/>
            <a:ext cx="920197" cy="838339"/>
            <a:chOff x="6761641" y="1258289"/>
            <a:chExt cx="920218" cy="838358"/>
          </a:xfrm>
        </p:grpSpPr>
        <p:grpSp>
          <p:nvGrpSpPr>
            <p:cNvPr id="4891" name="Google Shape;4891;p44"/>
            <p:cNvGrpSpPr/>
            <p:nvPr/>
          </p:nvGrpSpPr>
          <p:grpSpPr>
            <a:xfrm>
              <a:off x="6761641" y="1258289"/>
              <a:ext cx="920218" cy="838358"/>
              <a:chOff x="1310300" y="1329825"/>
              <a:chExt cx="599725" cy="546375"/>
            </a:xfrm>
          </p:grpSpPr>
          <p:sp>
            <p:nvSpPr>
              <p:cNvPr id="4892" name="Google Shape;4892;p44"/>
              <p:cNvSpPr/>
              <p:nvPr/>
            </p:nvSpPr>
            <p:spPr>
              <a:xfrm>
                <a:off x="1310300" y="1329825"/>
                <a:ext cx="599725" cy="546375"/>
              </a:xfrm>
              <a:custGeom>
                <a:avLst/>
                <a:gdLst/>
                <a:ahLst/>
                <a:cxnLst/>
                <a:rect l="l" t="t" r="r" b="b"/>
                <a:pathLst>
                  <a:path w="23989" h="21855" extrusionOk="0">
                    <a:moveTo>
                      <a:pt x="11994" y="1"/>
                    </a:moveTo>
                    <a:cubicBezTo>
                      <a:pt x="9198" y="1"/>
                      <a:pt x="6402" y="1068"/>
                      <a:pt x="4268" y="3202"/>
                    </a:cubicBezTo>
                    <a:cubicBezTo>
                      <a:pt x="0" y="7470"/>
                      <a:pt x="0" y="14386"/>
                      <a:pt x="4268" y="18654"/>
                    </a:cubicBezTo>
                    <a:cubicBezTo>
                      <a:pt x="6402" y="20788"/>
                      <a:pt x="9198" y="21855"/>
                      <a:pt x="11994" y="21855"/>
                    </a:cubicBezTo>
                    <a:cubicBezTo>
                      <a:pt x="14790" y="21855"/>
                      <a:pt x="17586" y="20788"/>
                      <a:pt x="19720" y="18654"/>
                    </a:cubicBezTo>
                    <a:cubicBezTo>
                      <a:pt x="23988" y="14386"/>
                      <a:pt x="23988" y="7470"/>
                      <a:pt x="19720" y="3202"/>
                    </a:cubicBezTo>
                    <a:cubicBezTo>
                      <a:pt x="17586" y="1068"/>
                      <a:pt x="14790" y="1"/>
                      <a:pt x="11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3" name="Google Shape;4893;p44"/>
              <p:cNvSpPr/>
              <p:nvPr/>
            </p:nvSpPr>
            <p:spPr>
              <a:xfrm>
                <a:off x="1394750" y="1387900"/>
                <a:ext cx="430825" cy="430825"/>
              </a:xfrm>
              <a:custGeom>
                <a:avLst/>
                <a:gdLst/>
                <a:ahLst/>
                <a:cxnLst/>
                <a:rect l="l" t="t" r="r" b="b"/>
                <a:pathLst>
                  <a:path w="17233" h="17233" extrusionOk="0">
                    <a:moveTo>
                      <a:pt x="17232" y="8616"/>
                    </a:moveTo>
                    <a:cubicBezTo>
                      <a:pt x="17232" y="13364"/>
                      <a:pt x="13375" y="17232"/>
                      <a:pt x="8616" y="17232"/>
                    </a:cubicBezTo>
                    <a:cubicBezTo>
                      <a:pt x="3857" y="17232"/>
                      <a:pt x="0" y="13364"/>
                      <a:pt x="0" y="8616"/>
                    </a:cubicBezTo>
                    <a:cubicBezTo>
                      <a:pt x="0" y="3857"/>
                      <a:pt x="3857" y="0"/>
                      <a:pt x="8616" y="0"/>
                    </a:cubicBezTo>
                    <a:cubicBezTo>
                      <a:pt x="13375" y="0"/>
                      <a:pt x="17232" y="3857"/>
                      <a:pt x="17232" y="8616"/>
                    </a:cubicBezTo>
                    <a:close/>
                  </a:path>
                </a:pathLst>
              </a:custGeom>
              <a:gradFill>
                <a:gsLst>
                  <a:gs pos="0">
                    <a:schemeClr val="accent1"/>
                  </a:gs>
                  <a:gs pos="100000">
                    <a:schemeClr val="lt1"/>
                  </a:gs>
                </a:gsLst>
                <a:path path="circle">
                  <a:fillToRect l="50000" t="50000" r="50000" b="50000"/>
                </a:path>
                <a:tileRect/>
              </a:gradFill>
              <a:ln>
                <a:noFill/>
              </a:ln>
              <a:effectLst>
                <a:outerShdw blurRad="57150" dist="47625" dir="486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4" name="Google Shape;4894;p44"/>
            <p:cNvGrpSpPr/>
            <p:nvPr/>
          </p:nvGrpSpPr>
          <p:grpSpPr>
            <a:xfrm>
              <a:off x="7021511" y="1470297"/>
              <a:ext cx="415480" cy="414364"/>
              <a:chOff x="944600" y="3981825"/>
              <a:chExt cx="297750" cy="296950"/>
            </a:xfrm>
          </p:grpSpPr>
          <p:sp>
            <p:nvSpPr>
              <p:cNvPr id="4895" name="Google Shape;4895;p44"/>
              <p:cNvSpPr/>
              <p:nvPr/>
            </p:nvSpPr>
            <p:spPr>
              <a:xfrm>
                <a:off x="944600" y="3981825"/>
                <a:ext cx="297750" cy="296950"/>
              </a:xfrm>
              <a:custGeom>
                <a:avLst/>
                <a:gdLst/>
                <a:ahLst/>
                <a:cxnLst/>
                <a:rect l="l" t="t" r="r" b="b"/>
                <a:pathLst>
                  <a:path w="11910" h="11878" extrusionOk="0">
                    <a:moveTo>
                      <a:pt x="6333" y="1418"/>
                    </a:moveTo>
                    <a:cubicBezTo>
                      <a:pt x="8539" y="1575"/>
                      <a:pt x="10303" y="3340"/>
                      <a:pt x="10461" y="5545"/>
                    </a:cubicBezTo>
                    <a:lnTo>
                      <a:pt x="10146" y="5545"/>
                    </a:lnTo>
                    <a:cubicBezTo>
                      <a:pt x="9957" y="5545"/>
                      <a:pt x="9799" y="5702"/>
                      <a:pt x="9799" y="5892"/>
                    </a:cubicBezTo>
                    <a:cubicBezTo>
                      <a:pt x="9799" y="6081"/>
                      <a:pt x="9957" y="6238"/>
                      <a:pt x="10146" y="6238"/>
                    </a:cubicBezTo>
                    <a:lnTo>
                      <a:pt x="10461" y="6238"/>
                    </a:lnTo>
                    <a:cubicBezTo>
                      <a:pt x="10303" y="8443"/>
                      <a:pt x="8539" y="10239"/>
                      <a:pt x="6333" y="10397"/>
                    </a:cubicBezTo>
                    <a:lnTo>
                      <a:pt x="6333" y="10082"/>
                    </a:lnTo>
                    <a:cubicBezTo>
                      <a:pt x="6333" y="9861"/>
                      <a:pt x="6176" y="9704"/>
                      <a:pt x="5955" y="9704"/>
                    </a:cubicBezTo>
                    <a:cubicBezTo>
                      <a:pt x="5766" y="9704"/>
                      <a:pt x="5609" y="9861"/>
                      <a:pt x="5609" y="10082"/>
                    </a:cubicBezTo>
                    <a:lnTo>
                      <a:pt x="5609" y="10397"/>
                    </a:lnTo>
                    <a:cubicBezTo>
                      <a:pt x="3403" y="10239"/>
                      <a:pt x="1639" y="8443"/>
                      <a:pt x="1482" y="6238"/>
                    </a:cubicBezTo>
                    <a:lnTo>
                      <a:pt x="1797" y="6238"/>
                    </a:lnTo>
                    <a:cubicBezTo>
                      <a:pt x="1986" y="6238"/>
                      <a:pt x="2143" y="6081"/>
                      <a:pt x="2143" y="5892"/>
                    </a:cubicBezTo>
                    <a:cubicBezTo>
                      <a:pt x="2143" y="5702"/>
                      <a:pt x="1986" y="5545"/>
                      <a:pt x="1797" y="5545"/>
                    </a:cubicBezTo>
                    <a:lnTo>
                      <a:pt x="1482" y="5545"/>
                    </a:lnTo>
                    <a:cubicBezTo>
                      <a:pt x="1639" y="3340"/>
                      <a:pt x="3403" y="1575"/>
                      <a:pt x="5609" y="1418"/>
                    </a:cubicBezTo>
                    <a:lnTo>
                      <a:pt x="5609" y="1733"/>
                    </a:lnTo>
                    <a:cubicBezTo>
                      <a:pt x="5609" y="1922"/>
                      <a:pt x="5766" y="2079"/>
                      <a:pt x="5955" y="2079"/>
                    </a:cubicBezTo>
                    <a:cubicBezTo>
                      <a:pt x="6176" y="2079"/>
                      <a:pt x="6333" y="1922"/>
                      <a:pt x="6333" y="1733"/>
                    </a:cubicBezTo>
                    <a:lnTo>
                      <a:pt x="6333" y="1418"/>
                    </a:lnTo>
                    <a:close/>
                    <a:moveTo>
                      <a:pt x="5955" y="0"/>
                    </a:moveTo>
                    <a:cubicBezTo>
                      <a:pt x="5766" y="0"/>
                      <a:pt x="5609" y="126"/>
                      <a:pt x="5609" y="347"/>
                    </a:cubicBezTo>
                    <a:lnTo>
                      <a:pt x="5609" y="725"/>
                    </a:lnTo>
                    <a:cubicBezTo>
                      <a:pt x="2994" y="882"/>
                      <a:pt x="946" y="2962"/>
                      <a:pt x="757" y="5576"/>
                    </a:cubicBezTo>
                    <a:lnTo>
                      <a:pt x="379" y="5576"/>
                    </a:lnTo>
                    <a:cubicBezTo>
                      <a:pt x="158" y="5576"/>
                      <a:pt x="1" y="5734"/>
                      <a:pt x="1" y="5923"/>
                    </a:cubicBezTo>
                    <a:cubicBezTo>
                      <a:pt x="1" y="6112"/>
                      <a:pt x="158" y="6270"/>
                      <a:pt x="379" y="6270"/>
                    </a:cubicBezTo>
                    <a:lnTo>
                      <a:pt x="757" y="6270"/>
                    </a:lnTo>
                    <a:cubicBezTo>
                      <a:pt x="915" y="8884"/>
                      <a:pt x="2994" y="10932"/>
                      <a:pt x="5609" y="11121"/>
                    </a:cubicBezTo>
                    <a:lnTo>
                      <a:pt x="5609" y="11531"/>
                    </a:lnTo>
                    <a:cubicBezTo>
                      <a:pt x="5609" y="11720"/>
                      <a:pt x="5766" y="11877"/>
                      <a:pt x="5955" y="11877"/>
                    </a:cubicBezTo>
                    <a:cubicBezTo>
                      <a:pt x="6176" y="11877"/>
                      <a:pt x="6333" y="11720"/>
                      <a:pt x="6333" y="11531"/>
                    </a:cubicBezTo>
                    <a:lnTo>
                      <a:pt x="6333" y="11121"/>
                    </a:lnTo>
                    <a:cubicBezTo>
                      <a:pt x="8917" y="10964"/>
                      <a:pt x="10965" y="8884"/>
                      <a:pt x="11154" y="6270"/>
                    </a:cubicBezTo>
                    <a:lnTo>
                      <a:pt x="11563" y="6270"/>
                    </a:lnTo>
                    <a:cubicBezTo>
                      <a:pt x="11752" y="6270"/>
                      <a:pt x="11910" y="6112"/>
                      <a:pt x="11910" y="5923"/>
                    </a:cubicBezTo>
                    <a:cubicBezTo>
                      <a:pt x="11910" y="5734"/>
                      <a:pt x="11752" y="5576"/>
                      <a:pt x="11563" y="5576"/>
                    </a:cubicBezTo>
                    <a:lnTo>
                      <a:pt x="11154" y="5576"/>
                    </a:lnTo>
                    <a:cubicBezTo>
                      <a:pt x="10996" y="2962"/>
                      <a:pt x="8917" y="914"/>
                      <a:pt x="6333" y="725"/>
                    </a:cubicBezTo>
                    <a:lnTo>
                      <a:pt x="6333" y="347"/>
                    </a:lnTo>
                    <a:cubicBezTo>
                      <a:pt x="6333" y="126"/>
                      <a:pt x="6176" y="0"/>
                      <a:pt x="59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6" name="Google Shape;4896;p44"/>
              <p:cNvSpPr/>
              <p:nvPr/>
            </p:nvSpPr>
            <p:spPr>
              <a:xfrm>
                <a:off x="1058025" y="4155875"/>
                <a:ext cx="72500" cy="52000"/>
              </a:xfrm>
              <a:custGeom>
                <a:avLst/>
                <a:gdLst/>
                <a:ahLst/>
                <a:cxnLst/>
                <a:rect l="l" t="t" r="r" b="b"/>
                <a:pathLst>
                  <a:path w="2900" h="2080" extrusionOk="0">
                    <a:moveTo>
                      <a:pt x="1418" y="1"/>
                    </a:moveTo>
                    <a:cubicBezTo>
                      <a:pt x="851" y="1"/>
                      <a:pt x="316" y="347"/>
                      <a:pt x="127" y="914"/>
                    </a:cubicBezTo>
                    <a:cubicBezTo>
                      <a:pt x="1" y="1166"/>
                      <a:pt x="1" y="1450"/>
                      <a:pt x="95" y="1765"/>
                    </a:cubicBezTo>
                    <a:cubicBezTo>
                      <a:pt x="473" y="1954"/>
                      <a:pt x="946" y="2080"/>
                      <a:pt x="1418" y="2080"/>
                    </a:cubicBezTo>
                    <a:cubicBezTo>
                      <a:pt x="1891" y="2080"/>
                      <a:pt x="2332" y="1954"/>
                      <a:pt x="2773" y="1765"/>
                    </a:cubicBezTo>
                    <a:cubicBezTo>
                      <a:pt x="2899" y="1387"/>
                      <a:pt x="2805" y="946"/>
                      <a:pt x="2616" y="599"/>
                    </a:cubicBezTo>
                    <a:cubicBezTo>
                      <a:pt x="2332" y="221"/>
                      <a:pt x="1891" y="1"/>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44"/>
              <p:cNvSpPr/>
              <p:nvPr/>
            </p:nvSpPr>
            <p:spPr>
              <a:xfrm>
                <a:off x="1076150" y="4103900"/>
                <a:ext cx="35475" cy="35475"/>
              </a:xfrm>
              <a:custGeom>
                <a:avLst/>
                <a:gdLst/>
                <a:ahLst/>
                <a:cxnLst/>
                <a:rect l="l" t="t" r="r" b="b"/>
                <a:pathLst>
                  <a:path w="1419" h="1419" extrusionOk="0">
                    <a:moveTo>
                      <a:pt x="693" y="0"/>
                    </a:moveTo>
                    <a:cubicBezTo>
                      <a:pt x="315" y="0"/>
                      <a:pt x="0" y="315"/>
                      <a:pt x="0" y="693"/>
                    </a:cubicBezTo>
                    <a:cubicBezTo>
                      <a:pt x="0" y="1103"/>
                      <a:pt x="315" y="1418"/>
                      <a:pt x="693" y="1418"/>
                    </a:cubicBezTo>
                    <a:cubicBezTo>
                      <a:pt x="1103" y="1355"/>
                      <a:pt x="1418" y="1040"/>
                      <a:pt x="1418" y="693"/>
                    </a:cubicBezTo>
                    <a:cubicBezTo>
                      <a:pt x="1418" y="315"/>
                      <a:pt x="1103" y="0"/>
                      <a:pt x="6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8" name="Google Shape;4898;p44"/>
              <p:cNvSpPr/>
              <p:nvPr/>
            </p:nvSpPr>
            <p:spPr>
              <a:xfrm>
                <a:off x="1016275" y="4051125"/>
                <a:ext cx="155975" cy="137075"/>
              </a:xfrm>
              <a:custGeom>
                <a:avLst/>
                <a:gdLst/>
                <a:ahLst/>
                <a:cxnLst/>
                <a:rect l="l" t="t" r="r" b="b"/>
                <a:pathLst>
                  <a:path w="6239" h="5483" extrusionOk="0">
                    <a:moveTo>
                      <a:pt x="3088" y="1"/>
                    </a:moveTo>
                    <a:cubicBezTo>
                      <a:pt x="1356" y="1"/>
                      <a:pt x="1" y="1387"/>
                      <a:pt x="1" y="3120"/>
                    </a:cubicBezTo>
                    <a:cubicBezTo>
                      <a:pt x="1" y="4033"/>
                      <a:pt x="379" y="4852"/>
                      <a:pt x="1041" y="5451"/>
                    </a:cubicBezTo>
                    <a:cubicBezTo>
                      <a:pt x="1041" y="5262"/>
                      <a:pt x="1104" y="5041"/>
                      <a:pt x="1167" y="4852"/>
                    </a:cubicBezTo>
                    <a:cubicBezTo>
                      <a:pt x="1324" y="4380"/>
                      <a:pt x="1671" y="4002"/>
                      <a:pt x="2112" y="3750"/>
                    </a:cubicBezTo>
                    <a:cubicBezTo>
                      <a:pt x="1891" y="3498"/>
                      <a:pt x="1734" y="3151"/>
                      <a:pt x="1734" y="2804"/>
                    </a:cubicBezTo>
                    <a:cubicBezTo>
                      <a:pt x="1734" y="2048"/>
                      <a:pt x="2364" y="1418"/>
                      <a:pt x="3088" y="1418"/>
                    </a:cubicBezTo>
                    <a:cubicBezTo>
                      <a:pt x="3845" y="1418"/>
                      <a:pt x="4475" y="2048"/>
                      <a:pt x="4475" y="2804"/>
                    </a:cubicBezTo>
                    <a:cubicBezTo>
                      <a:pt x="4475" y="3151"/>
                      <a:pt x="4317" y="3529"/>
                      <a:pt x="4097" y="3750"/>
                    </a:cubicBezTo>
                    <a:cubicBezTo>
                      <a:pt x="4349" y="3907"/>
                      <a:pt x="4632" y="4128"/>
                      <a:pt x="4790" y="4411"/>
                    </a:cubicBezTo>
                    <a:cubicBezTo>
                      <a:pt x="4979" y="4726"/>
                      <a:pt x="5105" y="5073"/>
                      <a:pt x="5136" y="5482"/>
                    </a:cubicBezTo>
                    <a:cubicBezTo>
                      <a:pt x="5766" y="4884"/>
                      <a:pt x="6207" y="4096"/>
                      <a:pt x="6207" y="3151"/>
                    </a:cubicBezTo>
                    <a:cubicBezTo>
                      <a:pt x="6239" y="1418"/>
                      <a:pt x="4821" y="1"/>
                      <a:pt x="30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899" name="Google Shape;4899;p44"/>
          <p:cNvSpPr txBox="1">
            <a:spLocks noGrp="1"/>
          </p:cNvSpPr>
          <p:nvPr>
            <p:ph type="title" idx="2"/>
          </p:nvPr>
        </p:nvSpPr>
        <p:spPr>
          <a:xfrm>
            <a:off x="3960450" y="844050"/>
            <a:ext cx="1223100" cy="1223100"/>
          </a:xfrm>
          <a:prstGeom prst="rect">
            <a:avLst/>
          </a:prstGeom>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03"/>
        <p:cNvGrpSpPr/>
        <p:nvPr/>
      </p:nvGrpSpPr>
      <p:grpSpPr>
        <a:xfrm>
          <a:off x="0" y="0"/>
          <a:ext cx="0" cy="0"/>
          <a:chOff x="0" y="0"/>
          <a:chExt cx="0" cy="0"/>
        </a:xfrm>
      </p:grpSpPr>
      <p:sp>
        <p:nvSpPr>
          <p:cNvPr id="4904" name="Google Shape;4904;p45"/>
          <p:cNvSpPr txBox="1">
            <a:spLocks noGrp="1"/>
          </p:cNvSpPr>
          <p:nvPr>
            <p:ph type="title"/>
          </p:nvPr>
        </p:nvSpPr>
        <p:spPr>
          <a:xfrm>
            <a:off x="1382100" y="410490"/>
            <a:ext cx="5852100" cy="641412"/>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pt-BR" dirty="0"/>
              <a:t>RESUMO</a:t>
            </a:r>
            <a:endParaRPr dirty="0">
              <a:solidFill>
                <a:schemeClr val="dk2"/>
              </a:solidFill>
            </a:endParaRPr>
          </a:p>
        </p:txBody>
      </p:sp>
      <p:sp>
        <p:nvSpPr>
          <p:cNvPr id="4905" name="Google Shape;4905;p45"/>
          <p:cNvSpPr txBox="1">
            <a:spLocks noGrp="1"/>
          </p:cNvSpPr>
          <p:nvPr>
            <p:ph type="body" idx="1"/>
          </p:nvPr>
        </p:nvSpPr>
        <p:spPr>
          <a:xfrm>
            <a:off x="1382100" y="1399765"/>
            <a:ext cx="5852100" cy="1931255"/>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Clr>
                <a:schemeClr val="dk1"/>
              </a:buClr>
              <a:buSzPts val="1100"/>
              <a:buFont typeface="Arial"/>
              <a:buNone/>
            </a:pPr>
            <a:r>
              <a:rPr lang="en" dirty="0"/>
              <a:t>Coleta de dados sobre tickers (API + webscrapping)</a:t>
            </a:r>
          </a:p>
          <a:p>
            <a:pPr marL="0" lvl="0" indent="0" algn="l" rtl="0">
              <a:spcBef>
                <a:spcPts val="0"/>
              </a:spcBef>
              <a:spcAft>
                <a:spcPts val="1200"/>
              </a:spcAft>
              <a:buClr>
                <a:schemeClr val="dk1"/>
              </a:buClr>
              <a:buSzPts val="1100"/>
              <a:buFont typeface="Arial"/>
              <a:buNone/>
            </a:pPr>
            <a:r>
              <a:rPr lang="en" dirty="0">
                <a:solidFill>
                  <a:srgbClr val="D1BA97"/>
                </a:solidFill>
              </a:rPr>
              <a:t>Resumo e relatório profissional usando IA</a:t>
            </a:r>
          </a:p>
          <a:p>
            <a:pPr marL="0" lvl="0" indent="0" algn="l" rtl="0">
              <a:spcBef>
                <a:spcPts val="0"/>
              </a:spcBef>
              <a:spcAft>
                <a:spcPts val="1200"/>
              </a:spcAft>
              <a:buClr>
                <a:schemeClr val="dk1"/>
              </a:buClr>
              <a:buSzPts val="1100"/>
              <a:buFont typeface="Arial"/>
              <a:buNone/>
            </a:pPr>
            <a:r>
              <a:rPr lang="en" dirty="0"/>
              <a:t>Dados salvos em um banco SQL</a:t>
            </a:r>
          </a:p>
          <a:p>
            <a:pPr marL="0" lvl="0" indent="0" algn="l" rtl="0">
              <a:spcBef>
                <a:spcPts val="0"/>
              </a:spcBef>
              <a:spcAft>
                <a:spcPts val="1200"/>
              </a:spcAft>
              <a:buClr>
                <a:schemeClr val="dk1"/>
              </a:buClr>
              <a:buSzPts val="1100"/>
              <a:buFont typeface="Arial"/>
              <a:buNone/>
            </a:pPr>
            <a:r>
              <a:rPr lang="en" dirty="0">
                <a:solidFill>
                  <a:srgbClr val="D1BA97"/>
                </a:solidFill>
              </a:rPr>
              <a:t>Dashboard interativo</a:t>
            </a:r>
          </a:p>
          <a:p>
            <a:pPr marL="0" lvl="0" indent="0" algn="l" rtl="0">
              <a:spcBef>
                <a:spcPts val="0"/>
              </a:spcBef>
              <a:spcAft>
                <a:spcPts val="1200"/>
              </a:spcAft>
              <a:buClr>
                <a:schemeClr val="dk1"/>
              </a:buClr>
              <a:buSzPts val="1100"/>
              <a:buFont typeface="Arial"/>
              <a:buNone/>
            </a:pPr>
            <a:endParaRPr lang="en" dirty="0"/>
          </a:p>
        </p:txBody>
      </p:sp>
      <p:grpSp>
        <p:nvGrpSpPr>
          <p:cNvPr id="4906" name="Google Shape;4906;p45"/>
          <p:cNvGrpSpPr/>
          <p:nvPr/>
        </p:nvGrpSpPr>
        <p:grpSpPr>
          <a:xfrm>
            <a:off x="1320482" y="4129153"/>
            <a:ext cx="1256089" cy="511681"/>
            <a:chOff x="7438192" y="539507"/>
            <a:chExt cx="1256089" cy="511681"/>
          </a:xfrm>
        </p:grpSpPr>
        <p:sp>
          <p:nvSpPr>
            <p:cNvPr id="4907" name="Google Shape;4907;p45"/>
            <p:cNvSpPr/>
            <p:nvPr/>
          </p:nvSpPr>
          <p:spPr>
            <a:xfrm>
              <a:off x="7815721"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45"/>
            <p:cNvSpPr/>
            <p:nvPr/>
          </p:nvSpPr>
          <p:spPr>
            <a:xfrm>
              <a:off x="8182593" y="539507"/>
              <a:ext cx="511688" cy="511681"/>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45"/>
            <p:cNvSpPr/>
            <p:nvPr/>
          </p:nvSpPr>
          <p:spPr>
            <a:xfrm>
              <a:off x="7438546"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45"/>
            <p:cNvSpPr/>
            <p:nvPr/>
          </p:nvSpPr>
          <p:spPr>
            <a:xfrm>
              <a:off x="7815367"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1" name="Google Shape;4911;p45"/>
            <p:cNvSpPr/>
            <p:nvPr/>
          </p:nvSpPr>
          <p:spPr>
            <a:xfrm>
              <a:off x="8182593" y="539507"/>
              <a:ext cx="511334" cy="511326"/>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45"/>
            <p:cNvSpPr/>
            <p:nvPr/>
          </p:nvSpPr>
          <p:spPr>
            <a:xfrm>
              <a:off x="7438192"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3" name="Google Shape;4913;p45"/>
          <p:cNvGrpSpPr/>
          <p:nvPr/>
        </p:nvGrpSpPr>
        <p:grpSpPr>
          <a:xfrm rot="-627761">
            <a:off x="7302680" y="3741722"/>
            <a:ext cx="920243" cy="838380"/>
            <a:chOff x="5490316" y="1091489"/>
            <a:chExt cx="920218" cy="838358"/>
          </a:xfrm>
        </p:grpSpPr>
        <p:grpSp>
          <p:nvGrpSpPr>
            <p:cNvPr id="4914" name="Google Shape;4914;p45"/>
            <p:cNvGrpSpPr/>
            <p:nvPr/>
          </p:nvGrpSpPr>
          <p:grpSpPr>
            <a:xfrm>
              <a:off x="5490316" y="1091489"/>
              <a:ext cx="920218" cy="838358"/>
              <a:chOff x="1310300" y="1329825"/>
              <a:chExt cx="599725" cy="546375"/>
            </a:xfrm>
          </p:grpSpPr>
          <p:sp>
            <p:nvSpPr>
              <p:cNvPr id="4915" name="Google Shape;4915;p45"/>
              <p:cNvSpPr/>
              <p:nvPr/>
            </p:nvSpPr>
            <p:spPr>
              <a:xfrm>
                <a:off x="1310300" y="1329825"/>
                <a:ext cx="599725" cy="546375"/>
              </a:xfrm>
              <a:custGeom>
                <a:avLst/>
                <a:gdLst/>
                <a:ahLst/>
                <a:cxnLst/>
                <a:rect l="l" t="t" r="r" b="b"/>
                <a:pathLst>
                  <a:path w="23989" h="21855" extrusionOk="0">
                    <a:moveTo>
                      <a:pt x="11994" y="1"/>
                    </a:moveTo>
                    <a:cubicBezTo>
                      <a:pt x="9198" y="1"/>
                      <a:pt x="6402" y="1068"/>
                      <a:pt x="4268" y="3202"/>
                    </a:cubicBezTo>
                    <a:cubicBezTo>
                      <a:pt x="0" y="7470"/>
                      <a:pt x="0" y="14386"/>
                      <a:pt x="4268" y="18654"/>
                    </a:cubicBezTo>
                    <a:cubicBezTo>
                      <a:pt x="6402" y="20788"/>
                      <a:pt x="9198" y="21855"/>
                      <a:pt x="11994" y="21855"/>
                    </a:cubicBezTo>
                    <a:cubicBezTo>
                      <a:pt x="14790" y="21855"/>
                      <a:pt x="17586" y="20788"/>
                      <a:pt x="19720" y="18654"/>
                    </a:cubicBezTo>
                    <a:cubicBezTo>
                      <a:pt x="23988" y="14386"/>
                      <a:pt x="23988" y="7470"/>
                      <a:pt x="19720" y="3202"/>
                    </a:cubicBezTo>
                    <a:cubicBezTo>
                      <a:pt x="17586" y="1068"/>
                      <a:pt x="14790" y="1"/>
                      <a:pt x="11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6" name="Google Shape;4916;p45"/>
              <p:cNvSpPr/>
              <p:nvPr/>
            </p:nvSpPr>
            <p:spPr>
              <a:xfrm>
                <a:off x="1394750" y="1387900"/>
                <a:ext cx="430825" cy="430825"/>
              </a:xfrm>
              <a:custGeom>
                <a:avLst/>
                <a:gdLst/>
                <a:ahLst/>
                <a:cxnLst/>
                <a:rect l="l" t="t" r="r" b="b"/>
                <a:pathLst>
                  <a:path w="17233" h="17233" extrusionOk="0">
                    <a:moveTo>
                      <a:pt x="17232" y="8616"/>
                    </a:moveTo>
                    <a:cubicBezTo>
                      <a:pt x="17232" y="13364"/>
                      <a:pt x="13375" y="17232"/>
                      <a:pt x="8616" y="17232"/>
                    </a:cubicBezTo>
                    <a:cubicBezTo>
                      <a:pt x="3857" y="17232"/>
                      <a:pt x="0" y="13364"/>
                      <a:pt x="0" y="8616"/>
                    </a:cubicBezTo>
                    <a:cubicBezTo>
                      <a:pt x="0" y="3857"/>
                      <a:pt x="3857" y="0"/>
                      <a:pt x="8616" y="0"/>
                    </a:cubicBezTo>
                    <a:cubicBezTo>
                      <a:pt x="13375" y="0"/>
                      <a:pt x="17232" y="3857"/>
                      <a:pt x="17232" y="8616"/>
                    </a:cubicBezTo>
                    <a:close/>
                  </a:path>
                </a:pathLst>
              </a:custGeom>
              <a:gradFill>
                <a:gsLst>
                  <a:gs pos="0">
                    <a:schemeClr val="accent1"/>
                  </a:gs>
                  <a:gs pos="100000">
                    <a:schemeClr val="lt1"/>
                  </a:gs>
                </a:gsLst>
                <a:path path="circle">
                  <a:fillToRect l="50000" t="50000" r="50000" b="50000"/>
                </a:path>
                <a:tileRect/>
              </a:gradFill>
              <a:ln>
                <a:noFill/>
              </a:ln>
              <a:effectLst>
                <a:outerShdw blurRad="57150" dist="47625" dir="486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7" name="Google Shape;4917;p45"/>
            <p:cNvGrpSpPr/>
            <p:nvPr/>
          </p:nvGrpSpPr>
          <p:grpSpPr>
            <a:xfrm>
              <a:off x="5744349" y="1294706"/>
              <a:ext cx="412166" cy="412201"/>
              <a:chOff x="3497300" y="3955025"/>
              <a:chExt cx="295375" cy="295400"/>
            </a:xfrm>
          </p:grpSpPr>
          <p:sp>
            <p:nvSpPr>
              <p:cNvPr id="4918" name="Google Shape;4918;p45"/>
              <p:cNvSpPr/>
              <p:nvPr/>
            </p:nvSpPr>
            <p:spPr>
              <a:xfrm>
                <a:off x="3660350" y="4035375"/>
                <a:ext cx="132325" cy="155175"/>
              </a:xfrm>
              <a:custGeom>
                <a:avLst/>
                <a:gdLst/>
                <a:ahLst/>
                <a:cxnLst/>
                <a:rect l="l" t="t" r="r" b="b"/>
                <a:pathLst>
                  <a:path w="5293" h="6207" extrusionOk="0">
                    <a:moveTo>
                      <a:pt x="4663" y="0"/>
                    </a:moveTo>
                    <a:lnTo>
                      <a:pt x="0" y="2773"/>
                    </a:lnTo>
                    <a:lnTo>
                      <a:pt x="4127" y="6207"/>
                    </a:lnTo>
                    <a:cubicBezTo>
                      <a:pt x="4852" y="5199"/>
                      <a:pt x="5293" y="4033"/>
                      <a:pt x="5293" y="2678"/>
                    </a:cubicBezTo>
                    <a:cubicBezTo>
                      <a:pt x="5293" y="1733"/>
                      <a:pt x="5041" y="851"/>
                      <a:pt x="46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9" name="Google Shape;4919;p45"/>
              <p:cNvSpPr/>
              <p:nvPr/>
            </p:nvSpPr>
            <p:spPr>
              <a:xfrm>
                <a:off x="3653250" y="3955025"/>
                <a:ext cx="114225" cy="133150"/>
              </a:xfrm>
              <a:custGeom>
                <a:avLst/>
                <a:gdLst/>
                <a:ahLst/>
                <a:cxnLst/>
                <a:rect l="l" t="t" r="r" b="b"/>
                <a:pathLst>
                  <a:path w="4569" h="5326" extrusionOk="0">
                    <a:moveTo>
                      <a:pt x="1" y="1"/>
                    </a:moveTo>
                    <a:lnTo>
                      <a:pt x="1" y="5325"/>
                    </a:lnTo>
                    <a:lnTo>
                      <a:pt x="4569" y="2679"/>
                    </a:lnTo>
                    <a:cubicBezTo>
                      <a:pt x="3561" y="1167"/>
                      <a:pt x="1891" y="12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45"/>
              <p:cNvSpPr/>
              <p:nvPr/>
            </p:nvSpPr>
            <p:spPr>
              <a:xfrm>
                <a:off x="3497300" y="3955025"/>
                <a:ext cx="256000" cy="295400"/>
              </a:xfrm>
              <a:custGeom>
                <a:avLst/>
                <a:gdLst/>
                <a:ahLst/>
                <a:cxnLst/>
                <a:rect l="l" t="t" r="r" b="b"/>
                <a:pathLst>
                  <a:path w="10240" h="11816" extrusionOk="0">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21" name="Google Shape;4921;p45"/>
          <p:cNvGrpSpPr/>
          <p:nvPr/>
        </p:nvGrpSpPr>
        <p:grpSpPr>
          <a:xfrm>
            <a:off x="7498042" y="539507"/>
            <a:ext cx="878914" cy="511681"/>
            <a:chOff x="4436950" y="1405000"/>
            <a:chExt cx="682175" cy="397175"/>
          </a:xfrm>
        </p:grpSpPr>
        <p:sp>
          <p:nvSpPr>
            <p:cNvPr id="4922" name="Google Shape;4922;p45"/>
            <p:cNvSpPr/>
            <p:nvPr/>
          </p:nvSpPr>
          <p:spPr>
            <a:xfrm>
              <a:off x="4437225" y="1405000"/>
              <a:ext cx="397175" cy="397175"/>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45"/>
            <p:cNvSpPr/>
            <p:nvPr/>
          </p:nvSpPr>
          <p:spPr>
            <a:xfrm>
              <a:off x="4721975" y="1405000"/>
              <a:ext cx="397150" cy="397175"/>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45"/>
            <p:cNvSpPr/>
            <p:nvPr/>
          </p:nvSpPr>
          <p:spPr>
            <a:xfrm>
              <a:off x="4436950" y="1405000"/>
              <a:ext cx="396875" cy="396900"/>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5" name="Google Shape;4925;p45"/>
            <p:cNvSpPr/>
            <p:nvPr/>
          </p:nvSpPr>
          <p:spPr>
            <a:xfrm>
              <a:off x="4721975" y="1405000"/>
              <a:ext cx="396875" cy="396900"/>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866">
          <a:extLst>
            <a:ext uri="{FF2B5EF4-FFF2-40B4-BE49-F238E27FC236}">
              <a16:creationId xmlns:a16="http://schemas.microsoft.com/office/drawing/2014/main" id="{95CACA4E-B8BC-95F7-515D-4548DC040402}"/>
            </a:ext>
          </a:extLst>
        </p:cNvPr>
        <p:cNvGrpSpPr/>
        <p:nvPr/>
      </p:nvGrpSpPr>
      <p:grpSpPr>
        <a:xfrm>
          <a:off x="0" y="0"/>
          <a:ext cx="0" cy="0"/>
          <a:chOff x="0" y="0"/>
          <a:chExt cx="0" cy="0"/>
        </a:xfrm>
      </p:grpSpPr>
      <p:sp>
        <p:nvSpPr>
          <p:cNvPr id="4867" name="Google Shape;4867;p44">
            <a:extLst>
              <a:ext uri="{FF2B5EF4-FFF2-40B4-BE49-F238E27FC236}">
                <a16:creationId xmlns:a16="http://schemas.microsoft.com/office/drawing/2014/main" id="{A90A7847-1B1B-716A-365B-EF9FB695A779}"/>
              </a:ext>
            </a:extLst>
          </p:cNvPr>
          <p:cNvSpPr txBox="1">
            <a:spLocks noGrp="1"/>
          </p:cNvSpPr>
          <p:nvPr>
            <p:ph type="title"/>
          </p:nvPr>
        </p:nvSpPr>
        <p:spPr>
          <a:xfrm>
            <a:off x="1920300" y="2288450"/>
            <a:ext cx="5303400" cy="1481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 dirty="0"/>
              <a:t>FERRAMENTAS UTILIZADAS</a:t>
            </a:r>
            <a:endParaRPr dirty="0">
              <a:solidFill>
                <a:schemeClr val="dk2"/>
              </a:solidFill>
            </a:endParaRPr>
          </a:p>
        </p:txBody>
      </p:sp>
      <p:sp>
        <p:nvSpPr>
          <p:cNvPr id="4868" name="Google Shape;4868;p44">
            <a:extLst>
              <a:ext uri="{FF2B5EF4-FFF2-40B4-BE49-F238E27FC236}">
                <a16:creationId xmlns:a16="http://schemas.microsoft.com/office/drawing/2014/main" id="{CD5942B1-55CC-F0E2-8779-FACDD8D7EB74}"/>
              </a:ext>
            </a:extLst>
          </p:cNvPr>
          <p:cNvSpPr txBox="1">
            <a:spLocks noGrp="1"/>
          </p:cNvSpPr>
          <p:nvPr>
            <p:ph type="subTitle" idx="1"/>
          </p:nvPr>
        </p:nvSpPr>
        <p:spPr>
          <a:xfrm>
            <a:off x="1920300" y="3769850"/>
            <a:ext cx="5303400" cy="411600"/>
          </a:xfrm>
          <a:prstGeom prst="rect">
            <a:avLst/>
          </a:prstGeom>
        </p:spPr>
        <p:txBody>
          <a:bodyPr spcFirstLastPara="1" wrap="square" lIns="91425" tIns="91425" rIns="91425" bIns="91425" anchor="t" anchorCtr="0">
            <a:noAutofit/>
          </a:bodyPr>
          <a:lstStyle/>
          <a:p>
            <a:pPr marL="0" lvl="0" indent="0">
              <a:buSzPts val="1100"/>
            </a:pPr>
            <a:r>
              <a:rPr lang="pt-BR" dirty="0"/>
              <a:t>Ferramentas utilizadas para o case</a:t>
            </a:r>
          </a:p>
        </p:txBody>
      </p:sp>
      <p:grpSp>
        <p:nvGrpSpPr>
          <p:cNvPr id="4869" name="Google Shape;4869;p44">
            <a:extLst>
              <a:ext uri="{FF2B5EF4-FFF2-40B4-BE49-F238E27FC236}">
                <a16:creationId xmlns:a16="http://schemas.microsoft.com/office/drawing/2014/main" id="{772A09F9-7175-301B-5AE7-58CB634B2561}"/>
              </a:ext>
            </a:extLst>
          </p:cNvPr>
          <p:cNvGrpSpPr/>
          <p:nvPr/>
        </p:nvGrpSpPr>
        <p:grpSpPr>
          <a:xfrm>
            <a:off x="7430942" y="539507"/>
            <a:ext cx="1256089" cy="511681"/>
            <a:chOff x="7438192" y="539507"/>
            <a:chExt cx="1256089" cy="511681"/>
          </a:xfrm>
        </p:grpSpPr>
        <p:sp>
          <p:nvSpPr>
            <p:cNvPr id="4870" name="Google Shape;4870;p44">
              <a:extLst>
                <a:ext uri="{FF2B5EF4-FFF2-40B4-BE49-F238E27FC236}">
                  <a16:creationId xmlns:a16="http://schemas.microsoft.com/office/drawing/2014/main" id="{B21738D8-9314-D1ED-ED65-C349F06CC169}"/>
                </a:ext>
              </a:extLst>
            </p:cNvPr>
            <p:cNvSpPr/>
            <p:nvPr/>
          </p:nvSpPr>
          <p:spPr>
            <a:xfrm>
              <a:off x="7815721"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1" name="Google Shape;4871;p44">
              <a:extLst>
                <a:ext uri="{FF2B5EF4-FFF2-40B4-BE49-F238E27FC236}">
                  <a16:creationId xmlns:a16="http://schemas.microsoft.com/office/drawing/2014/main" id="{F3FAA88B-D96B-7395-91E5-3AEAB2C1E20F}"/>
                </a:ext>
              </a:extLst>
            </p:cNvPr>
            <p:cNvSpPr/>
            <p:nvPr/>
          </p:nvSpPr>
          <p:spPr>
            <a:xfrm>
              <a:off x="8182593" y="539507"/>
              <a:ext cx="511688" cy="511681"/>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2" name="Google Shape;4872;p44">
              <a:extLst>
                <a:ext uri="{FF2B5EF4-FFF2-40B4-BE49-F238E27FC236}">
                  <a16:creationId xmlns:a16="http://schemas.microsoft.com/office/drawing/2014/main" id="{30A08E89-7DC4-9A97-EFB5-0754AA45D918}"/>
                </a:ext>
              </a:extLst>
            </p:cNvPr>
            <p:cNvSpPr/>
            <p:nvPr/>
          </p:nvSpPr>
          <p:spPr>
            <a:xfrm>
              <a:off x="7438546"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3" name="Google Shape;4873;p44">
              <a:extLst>
                <a:ext uri="{FF2B5EF4-FFF2-40B4-BE49-F238E27FC236}">
                  <a16:creationId xmlns:a16="http://schemas.microsoft.com/office/drawing/2014/main" id="{D7800D9D-7018-187A-D61A-4970D65F53D5}"/>
                </a:ext>
              </a:extLst>
            </p:cNvPr>
            <p:cNvSpPr/>
            <p:nvPr/>
          </p:nvSpPr>
          <p:spPr>
            <a:xfrm>
              <a:off x="7815367"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4" name="Google Shape;4874;p44">
              <a:extLst>
                <a:ext uri="{FF2B5EF4-FFF2-40B4-BE49-F238E27FC236}">
                  <a16:creationId xmlns:a16="http://schemas.microsoft.com/office/drawing/2014/main" id="{B51E3F4B-9867-0A37-F319-65AA25A249BB}"/>
                </a:ext>
              </a:extLst>
            </p:cNvPr>
            <p:cNvSpPr/>
            <p:nvPr/>
          </p:nvSpPr>
          <p:spPr>
            <a:xfrm>
              <a:off x="8182593" y="539507"/>
              <a:ext cx="511334" cy="511326"/>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5" name="Google Shape;4875;p44">
              <a:extLst>
                <a:ext uri="{FF2B5EF4-FFF2-40B4-BE49-F238E27FC236}">
                  <a16:creationId xmlns:a16="http://schemas.microsoft.com/office/drawing/2014/main" id="{F7D6CBEF-1243-FF09-B6F5-C95331DE262A}"/>
                </a:ext>
              </a:extLst>
            </p:cNvPr>
            <p:cNvSpPr/>
            <p:nvPr/>
          </p:nvSpPr>
          <p:spPr>
            <a:xfrm>
              <a:off x="7438192"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76" name="Google Shape;4876;p44">
            <a:extLst>
              <a:ext uri="{FF2B5EF4-FFF2-40B4-BE49-F238E27FC236}">
                <a16:creationId xmlns:a16="http://schemas.microsoft.com/office/drawing/2014/main" id="{790B9A36-495D-22BB-958F-D86DE0A1BC72}"/>
              </a:ext>
            </a:extLst>
          </p:cNvPr>
          <p:cNvGrpSpPr/>
          <p:nvPr/>
        </p:nvGrpSpPr>
        <p:grpSpPr>
          <a:xfrm>
            <a:off x="440642" y="4092332"/>
            <a:ext cx="878914" cy="511681"/>
            <a:chOff x="4436950" y="1405000"/>
            <a:chExt cx="682175" cy="397175"/>
          </a:xfrm>
        </p:grpSpPr>
        <p:sp>
          <p:nvSpPr>
            <p:cNvPr id="4877" name="Google Shape;4877;p44">
              <a:extLst>
                <a:ext uri="{FF2B5EF4-FFF2-40B4-BE49-F238E27FC236}">
                  <a16:creationId xmlns:a16="http://schemas.microsoft.com/office/drawing/2014/main" id="{7E6D82B6-4034-6CC7-7E8E-DA5CA2C080D4}"/>
                </a:ext>
              </a:extLst>
            </p:cNvPr>
            <p:cNvSpPr/>
            <p:nvPr/>
          </p:nvSpPr>
          <p:spPr>
            <a:xfrm>
              <a:off x="4437225" y="1405000"/>
              <a:ext cx="397175" cy="397175"/>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8" name="Google Shape;4878;p44">
              <a:extLst>
                <a:ext uri="{FF2B5EF4-FFF2-40B4-BE49-F238E27FC236}">
                  <a16:creationId xmlns:a16="http://schemas.microsoft.com/office/drawing/2014/main" id="{D36CE566-D4CF-C893-6F8E-AB4FC905AA22}"/>
                </a:ext>
              </a:extLst>
            </p:cNvPr>
            <p:cNvSpPr/>
            <p:nvPr/>
          </p:nvSpPr>
          <p:spPr>
            <a:xfrm>
              <a:off x="4721975" y="1405000"/>
              <a:ext cx="397150" cy="397175"/>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9" name="Google Shape;4879;p44">
              <a:extLst>
                <a:ext uri="{FF2B5EF4-FFF2-40B4-BE49-F238E27FC236}">
                  <a16:creationId xmlns:a16="http://schemas.microsoft.com/office/drawing/2014/main" id="{6D25ABE9-D807-14AC-00B1-7F09FBB84D20}"/>
                </a:ext>
              </a:extLst>
            </p:cNvPr>
            <p:cNvSpPr/>
            <p:nvPr/>
          </p:nvSpPr>
          <p:spPr>
            <a:xfrm>
              <a:off x="4436950" y="1405000"/>
              <a:ext cx="396875" cy="396900"/>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0" name="Google Shape;4880;p44">
              <a:extLst>
                <a:ext uri="{FF2B5EF4-FFF2-40B4-BE49-F238E27FC236}">
                  <a16:creationId xmlns:a16="http://schemas.microsoft.com/office/drawing/2014/main" id="{880DA6E1-47DB-CFB1-55D5-C35282F1D926}"/>
                </a:ext>
              </a:extLst>
            </p:cNvPr>
            <p:cNvSpPr/>
            <p:nvPr/>
          </p:nvSpPr>
          <p:spPr>
            <a:xfrm>
              <a:off x="4721975" y="1405000"/>
              <a:ext cx="396875" cy="396900"/>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1" name="Google Shape;4881;p44">
            <a:extLst>
              <a:ext uri="{FF2B5EF4-FFF2-40B4-BE49-F238E27FC236}">
                <a16:creationId xmlns:a16="http://schemas.microsoft.com/office/drawing/2014/main" id="{F9C7E1EC-92A6-C399-4823-343FE1997E62}"/>
              </a:ext>
            </a:extLst>
          </p:cNvPr>
          <p:cNvGrpSpPr/>
          <p:nvPr/>
        </p:nvGrpSpPr>
        <p:grpSpPr>
          <a:xfrm rot="-939157">
            <a:off x="1333227" y="960499"/>
            <a:ext cx="920204" cy="838345"/>
            <a:chOff x="2750591" y="2542826"/>
            <a:chExt cx="920218" cy="838358"/>
          </a:xfrm>
        </p:grpSpPr>
        <p:grpSp>
          <p:nvGrpSpPr>
            <p:cNvPr id="4882" name="Google Shape;4882;p44">
              <a:extLst>
                <a:ext uri="{FF2B5EF4-FFF2-40B4-BE49-F238E27FC236}">
                  <a16:creationId xmlns:a16="http://schemas.microsoft.com/office/drawing/2014/main" id="{64EF3AA3-8886-E523-1E68-BEDB512D9B1B}"/>
                </a:ext>
              </a:extLst>
            </p:cNvPr>
            <p:cNvGrpSpPr/>
            <p:nvPr/>
          </p:nvGrpSpPr>
          <p:grpSpPr>
            <a:xfrm>
              <a:off x="2750591" y="2542826"/>
              <a:ext cx="920218" cy="838358"/>
              <a:chOff x="1310300" y="1329825"/>
              <a:chExt cx="599725" cy="546375"/>
            </a:xfrm>
          </p:grpSpPr>
          <p:sp>
            <p:nvSpPr>
              <p:cNvPr id="4883" name="Google Shape;4883;p44">
                <a:extLst>
                  <a:ext uri="{FF2B5EF4-FFF2-40B4-BE49-F238E27FC236}">
                    <a16:creationId xmlns:a16="http://schemas.microsoft.com/office/drawing/2014/main" id="{A5380A36-C7AF-D41F-188E-BEE9FBB65248}"/>
                  </a:ext>
                </a:extLst>
              </p:cNvPr>
              <p:cNvSpPr/>
              <p:nvPr/>
            </p:nvSpPr>
            <p:spPr>
              <a:xfrm>
                <a:off x="1310300" y="1329825"/>
                <a:ext cx="599725" cy="546375"/>
              </a:xfrm>
              <a:custGeom>
                <a:avLst/>
                <a:gdLst/>
                <a:ahLst/>
                <a:cxnLst/>
                <a:rect l="l" t="t" r="r" b="b"/>
                <a:pathLst>
                  <a:path w="23989" h="21855" extrusionOk="0">
                    <a:moveTo>
                      <a:pt x="11994" y="1"/>
                    </a:moveTo>
                    <a:cubicBezTo>
                      <a:pt x="9198" y="1"/>
                      <a:pt x="6402" y="1068"/>
                      <a:pt x="4268" y="3202"/>
                    </a:cubicBezTo>
                    <a:cubicBezTo>
                      <a:pt x="0" y="7470"/>
                      <a:pt x="0" y="14386"/>
                      <a:pt x="4268" y="18654"/>
                    </a:cubicBezTo>
                    <a:cubicBezTo>
                      <a:pt x="6402" y="20788"/>
                      <a:pt x="9198" y="21855"/>
                      <a:pt x="11994" y="21855"/>
                    </a:cubicBezTo>
                    <a:cubicBezTo>
                      <a:pt x="14790" y="21855"/>
                      <a:pt x="17586" y="20788"/>
                      <a:pt x="19720" y="18654"/>
                    </a:cubicBezTo>
                    <a:cubicBezTo>
                      <a:pt x="23988" y="14386"/>
                      <a:pt x="23988" y="7470"/>
                      <a:pt x="19720" y="3202"/>
                    </a:cubicBezTo>
                    <a:cubicBezTo>
                      <a:pt x="17586" y="1068"/>
                      <a:pt x="14790" y="1"/>
                      <a:pt x="11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4" name="Google Shape;4884;p44">
                <a:extLst>
                  <a:ext uri="{FF2B5EF4-FFF2-40B4-BE49-F238E27FC236}">
                    <a16:creationId xmlns:a16="http://schemas.microsoft.com/office/drawing/2014/main" id="{334457A9-F8EE-2CAA-A275-003DA4661B91}"/>
                  </a:ext>
                </a:extLst>
              </p:cNvPr>
              <p:cNvSpPr/>
              <p:nvPr/>
            </p:nvSpPr>
            <p:spPr>
              <a:xfrm>
                <a:off x="1394750" y="1387900"/>
                <a:ext cx="430825" cy="430825"/>
              </a:xfrm>
              <a:custGeom>
                <a:avLst/>
                <a:gdLst/>
                <a:ahLst/>
                <a:cxnLst/>
                <a:rect l="l" t="t" r="r" b="b"/>
                <a:pathLst>
                  <a:path w="17233" h="17233" extrusionOk="0">
                    <a:moveTo>
                      <a:pt x="17232" y="8616"/>
                    </a:moveTo>
                    <a:cubicBezTo>
                      <a:pt x="17232" y="13364"/>
                      <a:pt x="13375" y="17232"/>
                      <a:pt x="8616" y="17232"/>
                    </a:cubicBezTo>
                    <a:cubicBezTo>
                      <a:pt x="3857" y="17232"/>
                      <a:pt x="0" y="13364"/>
                      <a:pt x="0" y="8616"/>
                    </a:cubicBezTo>
                    <a:cubicBezTo>
                      <a:pt x="0" y="3857"/>
                      <a:pt x="3857" y="0"/>
                      <a:pt x="8616" y="0"/>
                    </a:cubicBezTo>
                    <a:cubicBezTo>
                      <a:pt x="13375" y="0"/>
                      <a:pt x="17232" y="3857"/>
                      <a:pt x="17232" y="8616"/>
                    </a:cubicBezTo>
                    <a:close/>
                  </a:path>
                </a:pathLst>
              </a:custGeom>
              <a:gradFill>
                <a:gsLst>
                  <a:gs pos="0">
                    <a:schemeClr val="accent1"/>
                  </a:gs>
                  <a:gs pos="100000">
                    <a:schemeClr val="lt1"/>
                  </a:gs>
                </a:gsLst>
                <a:path path="circle">
                  <a:fillToRect l="50000" t="50000" r="50000" b="50000"/>
                </a:path>
                <a:tileRect/>
              </a:gradFill>
              <a:ln>
                <a:noFill/>
              </a:ln>
              <a:effectLst>
                <a:outerShdw blurRad="57150" dist="47625" dir="486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5" name="Google Shape;4885;p44">
              <a:extLst>
                <a:ext uri="{FF2B5EF4-FFF2-40B4-BE49-F238E27FC236}">
                  <a16:creationId xmlns:a16="http://schemas.microsoft.com/office/drawing/2014/main" id="{958C5706-E153-B8A4-E7DF-1D8BCA53D927}"/>
                </a:ext>
              </a:extLst>
            </p:cNvPr>
            <p:cNvGrpSpPr/>
            <p:nvPr/>
          </p:nvGrpSpPr>
          <p:grpSpPr>
            <a:xfrm>
              <a:off x="3008489" y="2761747"/>
              <a:ext cx="404420" cy="400514"/>
              <a:chOff x="5049725" y="1435050"/>
              <a:chExt cx="486550" cy="481850"/>
            </a:xfrm>
          </p:grpSpPr>
          <p:sp>
            <p:nvSpPr>
              <p:cNvPr id="4886" name="Google Shape;4886;p44">
                <a:extLst>
                  <a:ext uri="{FF2B5EF4-FFF2-40B4-BE49-F238E27FC236}">
                    <a16:creationId xmlns:a16="http://schemas.microsoft.com/office/drawing/2014/main" id="{140075B1-EBA4-6885-8755-7DE43C6BED80}"/>
                  </a:ext>
                </a:extLst>
              </p:cNvPr>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87" name="Google Shape;4887;p44">
                <a:extLst>
                  <a:ext uri="{FF2B5EF4-FFF2-40B4-BE49-F238E27FC236}">
                    <a16:creationId xmlns:a16="http://schemas.microsoft.com/office/drawing/2014/main" id="{8D32E35A-4BBD-8017-7501-AB5A38641E54}"/>
                  </a:ext>
                </a:extLst>
              </p:cNvPr>
              <p:cNvSpPr/>
              <p:nvPr/>
            </p:nvSpPr>
            <p:spPr>
              <a:xfrm>
                <a:off x="5184925" y="1576250"/>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88" name="Google Shape;4888;p44">
                <a:extLst>
                  <a:ext uri="{FF2B5EF4-FFF2-40B4-BE49-F238E27FC236}">
                    <a16:creationId xmlns:a16="http://schemas.microsoft.com/office/drawing/2014/main" id="{C4D325D9-7E64-BC89-BE8B-406B7DB7721E}"/>
                  </a:ext>
                </a:extLst>
              </p:cNvPr>
              <p:cNvSpPr/>
              <p:nvPr/>
            </p:nvSpPr>
            <p:spPr>
              <a:xfrm>
                <a:off x="5049725" y="1435075"/>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89" name="Google Shape;4889;p44">
                <a:extLst>
                  <a:ext uri="{FF2B5EF4-FFF2-40B4-BE49-F238E27FC236}">
                    <a16:creationId xmlns:a16="http://schemas.microsoft.com/office/drawing/2014/main" id="{087EDD21-0454-5EEA-95F8-FC0D67853979}"/>
                  </a:ext>
                </a:extLst>
              </p:cNvPr>
              <p:cNvSpPr/>
              <p:nvPr/>
            </p:nvSpPr>
            <p:spPr>
              <a:xfrm>
                <a:off x="5245825" y="1435050"/>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grpSp>
        <p:nvGrpSpPr>
          <p:cNvPr id="4890" name="Google Shape;4890;p44">
            <a:extLst>
              <a:ext uri="{FF2B5EF4-FFF2-40B4-BE49-F238E27FC236}">
                <a16:creationId xmlns:a16="http://schemas.microsoft.com/office/drawing/2014/main" id="{7B50D917-C6B5-D33F-3088-CD8F9FDC8308}"/>
              </a:ext>
            </a:extLst>
          </p:cNvPr>
          <p:cNvGrpSpPr/>
          <p:nvPr/>
        </p:nvGrpSpPr>
        <p:grpSpPr>
          <a:xfrm rot="656482">
            <a:off x="7502157" y="2152578"/>
            <a:ext cx="920197" cy="838339"/>
            <a:chOff x="6761641" y="1258289"/>
            <a:chExt cx="920218" cy="838358"/>
          </a:xfrm>
        </p:grpSpPr>
        <p:grpSp>
          <p:nvGrpSpPr>
            <p:cNvPr id="4891" name="Google Shape;4891;p44">
              <a:extLst>
                <a:ext uri="{FF2B5EF4-FFF2-40B4-BE49-F238E27FC236}">
                  <a16:creationId xmlns:a16="http://schemas.microsoft.com/office/drawing/2014/main" id="{711E7FDB-3CC0-35E2-6F3F-DC2134C83B16}"/>
                </a:ext>
              </a:extLst>
            </p:cNvPr>
            <p:cNvGrpSpPr/>
            <p:nvPr/>
          </p:nvGrpSpPr>
          <p:grpSpPr>
            <a:xfrm>
              <a:off x="6761641" y="1258289"/>
              <a:ext cx="920218" cy="838358"/>
              <a:chOff x="1310300" y="1329825"/>
              <a:chExt cx="599725" cy="546375"/>
            </a:xfrm>
          </p:grpSpPr>
          <p:sp>
            <p:nvSpPr>
              <p:cNvPr id="4892" name="Google Shape;4892;p44">
                <a:extLst>
                  <a:ext uri="{FF2B5EF4-FFF2-40B4-BE49-F238E27FC236}">
                    <a16:creationId xmlns:a16="http://schemas.microsoft.com/office/drawing/2014/main" id="{57036310-20F0-4A69-6ADB-9353624B16AD}"/>
                  </a:ext>
                </a:extLst>
              </p:cNvPr>
              <p:cNvSpPr/>
              <p:nvPr/>
            </p:nvSpPr>
            <p:spPr>
              <a:xfrm>
                <a:off x="1310300" y="1329825"/>
                <a:ext cx="599725" cy="546375"/>
              </a:xfrm>
              <a:custGeom>
                <a:avLst/>
                <a:gdLst/>
                <a:ahLst/>
                <a:cxnLst/>
                <a:rect l="l" t="t" r="r" b="b"/>
                <a:pathLst>
                  <a:path w="23989" h="21855" extrusionOk="0">
                    <a:moveTo>
                      <a:pt x="11994" y="1"/>
                    </a:moveTo>
                    <a:cubicBezTo>
                      <a:pt x="9198" y="1"/>
                      <a:pt x="6402" y="1068"/>
                      <a:pt x="4268" y="3202"/>
                    </a:cubicBezTo>
                    <a:cubicBezTo>
                      <a:pt x="0" y="7470"/>
                      <a:pt x="0" y="14386"/>
                      <a:pt x="4268" y="18654"/>
                    </a:cubicBezTo>
                    <a:cubicBezTo>
                      <a:pt x="6402" y="20788"/>
                      <a:pt x="9198" y="21855"/>
                      <a:pt x="11994" y="21855"/>
                    </a:cubicBezTo>
                    <a:cubicBezTo>
                      <a:pt x="14790" y="21855"/>
                      <a:pt x="17586" y="20788"/>
                      <a:pt x="19720" y="18654"/>
                    </a:cubicBezTo>
                    <a:cubicBezTo>
                      <a:pt x="23988" y="14386"/>
                      <a:pt x="23988" y="7470"/>
                      <a:pt x="19720" y="3202"/>
                    </a:cubicBezTo>
                    <a:cubicBezTo>
                      <a:pt x="17586" y="1068"/>
                      <a:pt x="14790" y="1"/>
                      <a:pt x="11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3" name="Google Shape;4893;p44">
                <a:extLst>
                  <a:ext uri="{FF2B5EF4-FFF2-40B4-BE49-F238E27FC236}">
                    <a16:creationId xmlns:a16="http://schemas.microsoft.com/office/drawing/2014/main" id="{6D84DE88-6638-3700-9991-CD720F8E881C}"/>
                  </a:ext>
                </a:extLst>
              </p:cNvPr>
              <p:cNvSpPr/>
              <p:nvPr/>
            </p:nvSpPr>
            <p:spPr>
              <a:xfrm>
                <a:off x="1394750" y="1387900"/>
                <a:ext cx="430825" cy="430825"/>
              </a:xfrm>
              <a:custGeom>
                <a:avLst/>
                <a:gdLst/>
                <a:ahLst/>
                <a:cxnLst/>
                <a:rect l="l" t="t" r="r" b="b"/>
                <a:pathLst>
                  <a:path w="17233" h="17233" extrusionOk="0">
                    <a:moveTo>
                      <a:pt x="17232" y="8616"/>
                    </a:moveTo>
                    <a:cubicBezTo>
                      <a:pt x="17232" y="13364"/>
                      <a:pt x="13375" y="17232"/>
                      <a:pt x="8616" y="17232"/>
                    </a:cubicBezTo>
                    <a:cubicBezTo>
                      <a:pt x="3857" y="17232"/>
                      <a:pt x="0" y="13364"/>
                      <a:pt x="0" y="8616"/>
                    </a:cubicBezTo>
                    <a:cubicBezTo>
                      <a:pt x="0" y="3857"/>
                      <a:pt x="3857" y="0"/>
                      <a:pt x="8616" y="0"/>
                    </a:cubicBezTo>
                    <a:cubicBezTo>
                      <a:pt x="13375" y="0"/>
                      <a:pt x="17232" y="3857"/>
                      <a:pt x="17232" y="8616"/>
                    </a:cubicBezTo>
                    <a:close/>
                  </a:path>
                </a:pathLst>
              </a:custGeom>
              <a:gradFill>
                <a:gsLst>
                  <a:gs pos="0">
                    <a:schemeClr val="accent1"/>
                  </a:gs>
                  <a:gs pos="100000">
                    <a:schemeClr val="lt1"/>
                  </a:gs>
                </a:gsLst>
                <a:path path="circle">
                  <a:fillToRect l="50000" t="50000" r="50000" b="50000"/>
                </a:path>
                <a:tileRect/>
              </a:gradFill>
              <a:ln>
                <a:noFill/>
              </a:ln>
              <a:effectLst>
                <a:outerShdw blurRad="57150" dist="47625" dir="486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4" name="Google Shape;4894;p44">
              <a:extLst>
                <a:ext uri="{FF2B5EF4-FFF2-40B4-BE49-F238E27FC236}">
                  <a16:creationId xmlns:a16="http://schemas.microsoft.com/office/drawing/2014/main" id="{63CF9B7F-50CF-36A2-92CD-0E89FD9A3D61}"/>
                </a:ext>
              </a:extLst>
            </p:cNvPr>
            <p:cNvGrpSpPr/>
            <p:nvPr/>
          </p:nvGrpSpPr>
          <p:grpSpPr>
            <a:xfrm>
              <a:off x="7021511" y="1470297"/>
              <a:ext cx="415480" cy="414364"/>
              <a:chOff x="944600" y="3981825"/>
              <a:chExt cx="297750" cy="296950"/>
            </a:xfrm>
          </p:grpSpPr>
          <p:sp>
            <p:nvSpPr>
              <p:cNvPr id="4895" name="Google Shape;4895;p44">
                <a:extLst>
                  <a:ext uri="{FF2B5EF4-FFF2-40B4-BE49-F238E27FC236}">
                    <a16:creationId xmlns:a16="http://schemas.microsoft.com/office/drawing/2014/main" id="{62F012E9-4B97-55E8-9037-3CFC042C35F9}"/>
                  </a:ext>
                </a:extLst>
              </p:cNvPr>
              <p:cNvSpPr/>
              <p:nvPr/>
            </p:nvSpPr>
            <p:spPr>
              <a:xfrm>
                <a:off x="944600" y="3981825"/>
                <a:ext cx="297750" cy="296950"/>
              </a:xfrm>
              <a:custGeom>
                <a:avLst/>
                <a:gdLst/>
                <a:ahLst/>
                <a:cxnLst/>
                <a:rect l="l" t="t" r="r" b="b"/>
                <a:pathLst>
                  <a:path w="11910" h="11878" extrusionOk="0">
                    <a:moveTo>
                      <a:pt x="6333" y="1418"/>
                    </a:moveTo>
                    <a:cubicBezTo>
                      <a:pt x="8539" y="1575"/>
                      <a:pt x="10303" y="3340"/>
                      <a:pt x="10461" y="5545"/>
                    </a:cubicBezTo>
                    <a:lnTo>
                      <a:pt x="10146" y="5545"/>
                    </a:lnTo>
                    <a:cubicBezTo>
                      <a:pt x="9957" y="5545"/>
                      <a:pt x="9799" y="5702"/>
                      <a:pt x="9799" y="5892"/>
                    </a:cubicBezTo>
                    <a:cubicBezTo>
                      <a:pt x="9799" y="6081"/>
                      <a:pt x="9957" y="6238"/>
                      <a:pt x="10146" y="6238"/>
                    </a:cubicBezTo>
                    <a:lnTo>
                      <a:pt x="10461" y="6238"/>
                    </a:lnTo>
                    <a:cubicBezTo>
                      <a:pt x="10303" y="8443"/>
                      <a:pt x="8539" y="10239"/>
                      <a:pt x="6333" y="10397"/>
                    </a:cubicBezTo>
                    <a:lnTo>
                      <a:pt x="6333" y="10082"/>
                    </a:lnTo>
                    <a:cubicBezTo>
                      <a:pt x="6333" y="9861"/>
                      <a:pt x="6176" y="9704"/>
                      <a:pt x="5955" y="9704"/>
                    </a:cubicBezTo>
                    <a:cubicBezTo>
                      <a:pt x="5766" y="9704"/>
                      <a:pt x="5609" y="9861"/>
                      <a:pt x="5609" y="10082"/>
                    </a:cubicBezTo>
                    <a:lnTo>
                      <a:pt x="5609" y="10397"/>
                    </a:lnTo>
                    <a:cubicBezTo>
                      <a:pt x="3403" y="10239"/>
                      <a:pt x="1639" y="8443"/>
                      <a:pt x="1482" y="6238"/>
                    </a:cubicBezTo>
                    <a:lnTo>
                      <a:pt x="1797" y="6238"/>
                    </a:lnTo>
                    <a:cubicBezTo>
                      <a:pt x="1986" y="6238"/>
                      <a:pt x="2143" y="6081"/>
                      <a:pt x="2143" y="5892"/>
                    </a:cubicBezTo>
                    <a:cubicBezTo>
                      <a:pt x="2143" y="5702"/>
                      <a:pt x="1986" y="5545"/>
                      <a:pt x="1797" y="5545"/>
                    </a:cubicBezTo>
                    <a:lnTo>
                      <a:pt x="1482" y="5545"/>
                    </a:lnTo>
                    <a:cubicBezTo>
                      <a:pt x="1639" y="3340"/>
                      <a:pt x="3403" y="1575"/>
                      <a:pt x="5609" y="1418"/>
                    </a:cubicBezTo>
                    <a:lnTo>
                      <a:pt x="5609" y="1733"/>
                    </a:lnTo>
                    <a:cubicBezTo>
                      <a:pt x="5609" y="1922"/>
                      <a:pt x="5766" y="2079"/>
                      <a:pt x="5955" y="2079"/>
                    </a:cubicBezTo>
                    <a:cubicBezTo>
                      <a:pt x="6176" y="2079"/>
                      <a:pt x="6333" y="1922"/>
                      <a:pt x="6333" y="1733"/>
                    </a:cubicBezTo>
                    <a:lnTo>
                      <a:pt x="6333" y="1418"/>
                    </a:lnTo>
                    <a:close/>
                    <a:moveTo>
                      <a:pt x="5955" y="0"/>
                    </a:moveTo>
                    <a:cubicBezTo>
                      <a:pt x="5766" y="0"/>
                      <a:pt x="5609" y="126"/>
                      <a:pt x="5609" y="347"/>
                    </a:cubicBezTo>
                    <a:lnTo>
                      <a:pt x="5609" y="725"/>
                    </a:lnTo>
                    <a:cubicBezTo>
                      <a:pt x="2994" y="882"/>
                      <a:pt x="946" y="2962"/>
                      <a:pt x="757" y="5576"/>
                    </a:cubicBezTo>
                    <a:lnTo>
                      <a:pt x="379" y="5576"/>
                    </a:lnTo>
                    <a:cubicBezTo>
                      <a:pt x="158" y="5576"/>
                      <a:pt x="1" y="5734"/>
                      <a:pt x="1" y="5923"/>
                    </a:cubicBezTo>
                    <a:cubicBezTo>
                      <a:pt x="1" y="6112"/>
                      <a:pt x="158" y="6270"/>
                      <a:pt x="379" y="6270"/>
                    </a:cubicBezTo>
                    <a:lnTo>
                      <a:pt x="757" y="6270"/>
                    </a:lnTo>
                    <a:cubicBezTo>
                      <a:pt x="915" y="8884"/>
                      <a:pt x="2994" y="10932"/>
                      <a:pt x="5609" y="11121"/>
                    </a:cubicBezTo>
                    <a:lnTo>
                      <a:pt x="5609" y="11531"/>
                    </a:lnTo>
                    <a:cubicBezTo>
                      <a:pt x="5609" y="11720"/>
                      <a:pt x="5766" y="11877"/>
                      <a:pt x="5955" y="11877"/>
                    </a:cubicBezTo>
                    <a:cubicBezTo>
                      <a:pt x="6176" y="11877"/>
                      <a:pt x="6333" y="11720"/>
                      <a:pt x="6333" y="11531"/>
                    </a:cubicBezTo>
                    <a:lnTo>
                      <a:pt x="6333" y="11121"/>
                    </a:lnTo>
                    <a:cubicBezTo>
                      <a:pt x="8917" y="10964"/>
                      <a:pt x="10965" y="8884"/>
                      <a:pt x="11154" y="6270"/>
                    </a:cubicBezTo>
                    <a:lnTo>
                      <a:pt x="11563" y="6270"/>
                    </a:lnTo>
                    <a:cubicBezTo>
                      <a:pt x="11752" y="6270"/>
                      <a:pt x="11910" y="6112"/>
                      <a:pt x="11910" y="5923"/>
                    </a:cubicBezTo>
                    <a:cubicBezTo>
                      <a:pt x="11910" y="5734"/>
                      <a:pt x="11752" y="5576"/>
                      <a:pt x="11563" y="5576"/>
                    </a:cubicBezTo>
                    <a:lnTo>
                      <a:pt x="11154" y="5576"/>
                    </a:lnTo>
                    <a:cubicBezTo>
                      <a:pt x="10996" y="2962"/>
                      <a:pt x="8917" y="914"/>
                      <a:pt x="6333" y="725"/>
                    </a:cubicBezTo>
                    <a:lnTo>
                      <a:pt x="6333" y="347"/>
                    </a:lnTo>
                    <a:cubicBezTo>
                      <a:pt x="6333" y="126"/>
                      <a:pt x="6176" y="0"/>
                      <a:pt x="59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6" name="Google Shape;4896;p44">
                <a:extLst>
                  <a:ext uri="{FF2B5EF4-FFF2-40B4-BE49-F238E27FC236}">
                    <a16:creationId xmlns:a16="http://schemas.microsoft.com/office/drawing/2014/main" id="{ECA4FCAF-34EB-9955-F3C2-1789FE02F018}"/>
                  </a:ext>
                </a:extLst>
              </p:cNvPr>
              <p:cNvSpPr/>
              <p:nvPr/>
            </p:nvSpPr>
            <p:spPr>
              <a:xfrm>
                <a:off x="1058025" y="4155875"/>
                <a:ext cx="72500" cy="52000"/>
              </a:xfrm>
              <a:custGeom>
                <a:avLst/>
                <a:gdLst/>
                <a:ahLst/>
                <a:cxnLst/>
                <a:rect l="l" t="t" r="r" b="b"/>
                <a:pathLst>
                  <a:path w="2900" h="2080" extrusionOk="0">
                    <a:moveTo>
                      <a:pt x="1418" y="1"/>
                    </a:moveTo>
                    <a:cubicBezTo>
                      <a:pt x="851" y="1"/>
                      <a:pt x="316" y="347"/>
                      <a:pt x="127" y="914"/>
                    </a:cubicBezTo>
                    <a:cubicBezTo>
                      <a:pt x="1" y="1166"/>
                      <a:pt x="1" y="1450"/>
                      <a:pt x="95" y="1765"/>
                    </a:cubicBezTo>
                    <a:cubicBezTo>
                      <a:pt x="473" y="1954"/>
                      <a:pt x="946" y="2080"/>
                      <a:pt x="1418" y="2080"/>
                    </a:cubicBezTo>
                    <a:cubicBezTo>
                      <a:pt x="1891" y="2080"/>
                      <a:pt x="2332" y="1954"/>
                      <a:pt x="2773" y="1765"/>
                    </a:cubicBezTo>
                    <a:cubicBezTo>
                      <a:pt x="2899" y="1387"/>
                      <a:pt x="2805" y="946"/>
                      <a:pt x="2616" y="599"/>
                    </a:cubicBezTo>
                    <a:cubicBezTo>
                      <a:pt x="2332" y="221"/>
                      <a:pt x="1891" y="1"/>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44">
                <a:extLst>
                  <a:ext uri="{FF2B5EF4-FFF2-40B4-BE49-F238E27FC236}">
                    <a16:creationId xmlns:a16="http://schemas.microsoft.com/office/drawing/2014/main" id="{E6FBCB7E-955F-99A6-2BC3-A91B4123DCBB}"/>
                  </a:ext>
                </a:extLst>
              </p:cNvPr>
              <p:cNvSpPr/>
              <p:nvPr/>
            </p:nvSpPr>
            <p:spPr>
              <a:xfrm>
                <a:off x="1076150" y="4103900"/>
                <a:ext cx="35475" cy="35475"/>
              </a:xfrm>
              <a:custGeom>
                <a:avLst/>
                <a:gdLst/>
                <a:ahLst/>
                <a:cxnLst/>
                <a:rect l="l" t="t" r="r" b="b"/>
                <a:pathLst>
                  <a:path w="1419" h="1419" extrusionOk="0">
                    <a:moveTo>
                      <a:pt x="693" y="0"/>
                    </a:moveTo>
                    <a:cubicBezTo>
                      <a:pt x="315" y="0"/>
                      <a:pt x="0" y="315"/>
                      <a:pt x="0" y="693"/>
                    </a:cubicBezTo>
                    <a:cubicBezTo>
                      <a:pt x="0" y="1103"/>
                      <a:pt x="315" y="1418"/>
                      <a:pt x="693" y="1418"/>
                    </a:cubicBezTo>
                    <a:cubicBezTo>
                      <a:pt x="1103" y="1355"/>
                      <a:pt x="1418" y="1040"/>
                      <a:pt x="1418" y="693"/>
                    </a:cubicBezTo>
                    <a:cubicBezTo>
                      <a:pt x="1418" y="315"/>
                      <a:pt x="1103" y="0"/>
                      <a:pt x="6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8" name="Google Shape;4898;p44">
                <a:extLst>
                  <a:ext uri="{FF2B5EF4-FFF2-40B4-BE49-F238E27FC236}">
                    <a16:creationId xmlns:a16="http://schemas.microsoft.com/office/drawing/2014/main" id="{158B39BC-C70F-C366-7143-4B4A883D4FEB}"/>
                  </a:ext>
                </a:extLst>
              </p:cNvPr>
              <p:cNvSpPr/>
              <p:nvPr/>
            </p:nvSpPr>
            <p:spPr>
              <a:xfrm>
                <a:off x="1016275" y="4051125"/>
                <a:ext cx="155975" cy="137075"/>
              </a:xfrm>
              <a:custGeom>
                <a:avLst/>
                <a:gdLst/>
                <a:ahLst/>
                <a:cxnLst/>
                <a:rect l="l" t="t" r="r" b="b"/>
                <a:pathLst>
                  <a:path w="6239" h="5483" extrusionOk="0">
                    <a:moveTo>
                      <a:pt x="3088" y="1"/>
                    </a:moveTo>
                    <a:cubicBezTo>
                      <a:pt x="1356" y="1"/>
                      <a:pt x="1" y="1387"/>
                      <a:pt x="1" y="3120"/>
                    </a:cubicBezTo>
                    <a:cubicBezTo>
                      <a:pt x="1" y="4033"/>
                      <a:pt x="379" y="4852"/>
                      <a:pt x="1041" y="5451"/>
                    </a:cubicBezTo>
                    <a:cubicBezTo>
                      <a:pt x="1041" y="5262"/>
                      <a:pt x="1104" y="5041"/>
                      <a:pt x="1167" y="4852"/>
                    </a:cubicBezTo>
                    <a:cubicBezTo>
                      <a:pt x="1324" y="4380"/>
                      <a:pt x="1671" y="4002"/>
                      <a:pt x="2112" y="3750"/>
                    </a:cubicBezTo>
                    <a:cubicBezTo>
                      <a:pt x="1891" y="3498"/>
                      <a:pt x="1734" y="3151"/>
                      <a:pt x="1734" y="2804"/>
                    </a:cubicBezTo>
                    <a:cubicBezTo>
                      <a:pt x="1734" y="2048"/>
                      <a:pt x="2364" y="1418"/>
                      <a:pt x="3088" y="1418"/>
                    </a:cubicBezTo>
                    <a:cubicBezTo>
                      <a:pt x="3845" y="1418"/>
                      <a:pt x="4475" y="2048"/>
                      <a:pt x="4475" y="2804"/>
                    </a:cubicBezTo>
                    <a:cubicBezTo>
                      <a:pt x="4475" y="3151"/>
                      <a:pt x="4317" y="3529"/>
                      <a:pt x="4097" y="3750"/>
                    </a:cubicBezTo>
                    <a:cubicBezTo>
                      <a:pt x="4349" y="3907"/>
                      <a:pt x="4632" y="4128"/>
                      <a:pt x="4790" y="4411"/>
                    </a:cubicBezTo>
                    <a:cubicBezTo>
                      <a:pt x="4979" y="4726"/>
                      <a:pt x="5105" y="5073"/>
                      <a:pt x="5136" y="5482"/>
                    </a:cubicBezTo>
                    <a:cubicBezTo>
                      <a:pt x="5766" y="4884"/>
                      <a:pt x="6207" y="4096"/>
                      <a:pt x="6207" y="3151"/>
                    </a:cubicBezTo>
                    <a:cubicBezTo>
                      <a:pt x="6239" y="1418"/>
                      <a:pt x="4821" y="1"/>
                      <a:pt x="30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899" name="Google Shape;4899;p44">
            <a:extLst>
              <a:ext uri="{FF2B5EF4-FFF2-40B4-BE49-F238E27FC236}">
                <a16:creationId xmlns:a16="http://schemas.microsoft.com/office/drawing/2014/main" id="{1AFBD316-A069-2286-894C-9499085099E3}"/>
              </a:ext>
            </a:extLst>
          </p:cNvPr>
          <p:cNvSpPr txBox="1">
            <a:spLocks noGrp="1"/>
          </p:cNvSpPr>
          <p:nvPr>
            <p:ph type="title" idx="2"/>
          </p:nvPr>
        </p:nvSpPr>
        <p:spPr>
          <a:xfrm>
            <a:off x="3960450" y="844050"/>
            <a:ext cx="1223100" cy="1223100"/>
          </a:xfrm>
          <a:prstGeom prst="rect">
            <a:avLst/>
          </a:prstGeom>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Tree>
    <p:extLst>
      <p:ext uri="{BB962C8B-B14F-4D97-AF65-F5344CB8AC3E}">
        <p14:creationId xmlns:p14="http://schemas.microsoft.com/office/powerpoint/2010/main" val="142262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03">
          <a:extLst>
            <a:ext uri="{FF2B5EF4-FFF2-40B4-BE49-F238E27FC236}">
              <a16:creationId xmlns:a16="http://schemas.microsoft.com/office/drawing/2014/main" id="{90B4A356-BFE3-BF64-E9F6-AA029BA82809}"/>
            </a:ext>
          </a:extLst>
        </p:cNvPr>
        <p:cNvGrpSpPr/>
        <p:nvPr/>
      </p:nvGrpSpPr>
      <p:grpSpPr>
        <a:xfrm>
          <a:off x="0" y="0"/>
          <a:ext cx="0" cy="0"/>
          <a:chOff x="0" y="0"/>
          <a:chExt cx="0" cy="0"/>
        </a:xfrm>
      </p:grpSpPr>
      <p:sp>
        <p:nvSpPr>
          <p:cNvPr id="4904" name="Google Shape;4904;p45">
            <a:extLst>
              <a:ext uri="{FF2B5EF4-FFF2-40B4-BE49-F238E27FC236}">
                <a16:creationId xmlns:a16="http://schemas.microsoft.com/office/drawing/2014/main" id="{DE51AED8-3CB2-679F-8753-B461C461E259}"/>
              </a:ext>
            </a:extLst>
          </p:cNvPr>
          <p:cNvSpPr txBox="1">
            <a:spLocks noGrp="1"/>
          </p:cNvSpPr>
          <p:nvPr>
            <p:ph type="title"/>
          </p:nvPr>
        </p:nvSpPr>
        <p:spPr>
          <a:xfrm>
            <a:off x="1133884" y="451739"/>
            <a:ext cx="6100316" cy="641412"/>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pt-BR" dirty="0"/>
              <a:t>FERRAMENTAS GERAIS</a:t>
            </a:r>
            <a:endParaRPr dirty="0">
              <a:solidFill>
                <a:schemeClr val="dk2"/>
              </a:solidFill>
            </a:endParaRPr>
          </a:p>
        </p:txBody>
      </p:sp>
      <p:sp>
        <p:nvSpPr>
          <p:cNvPr id="4905" name="Google Shape;4905;p45">
            <a:extLst>
              <a:ext uri="{FF2B5EF4-FFF2-40B4-BE49-F238E27FC236}">
                <a16:creationId xmlns:a16="http://schemas.microsoft.com/office/drawing/2014/main" id="{35BDC1AA-A95C-B932-2032-0EC06FD51242}"/>
              </a:ext>
            </a:extLst>
          </p:cNvPr>
          <p:cNvSpPr txBox="1">
            <a:spLocks noGrp="1"/>
          </p:cNvSpPr>
          <p:nvPr>
            <p:ph type="body" idx="1"/>
          </p:nvPr>
        </p:nvSpPr>
        <p:spPr>
          <a:xfrm>
            <a:off x="1237723" y="1358515"/>
            <a:ext cx="5852100" cy="1931255"/>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Clr>
                <a:schemeClr val="dk1"/>
              </a:buClr>
              <a:buSzPts val="1100"/>
              <a:buFont typeface="Arial"/>
              <a:buNone/>
            </a:pPr>
            <a:r>
              <a:rPr lang="en" dirty="0"/>
              <a:t>Python</a:t>
            </a:r>
          </a:p>
          <a:p>
            <a:pPr marL="0" lvl="0" indent="0" algn="l" rtl="0">
              <a:spcBef>
                <a:spcPts val="0"/>
              </a:spcBef>
              <a:spcAft>
                <a:spcPts val="1200"/>
              </a:spcAft>
              <a:buClr>
                <a:schemeClr val="dk1"/>
              </a:buClr>
              <a:buSzPts val="1100"/>
              <a:buFont typeface="Arial"/>
              <a:buNone/>
            </a:pPr>
            <a:r>
              <a:rPr lang="en" dirty="0"/>
              <a:t>Virtual Studio Code</a:t>
            </a:r>
          </a:p>
          <a:p>
            <a:pPr marL="0" lvl="0" indent="0" algn="l" rtl="0">
              <a:spcBef>
                <a:spcPts val="0"/>
              </a:spcBef>
              <a:spcAft>
                <a:spcPts val="1200"/>
              </a:spcAft>
              <a:buClr>
                <a:schemeClr val="dk1"/>
              </a:buClr>
              <a:buSzPts val="1100"/>
              <a:buFont typeface="Arial"/>
              <a:buNone/>
            </a:pPr>
            <a:r>
              <a:rPr lang="en" dirty="0">
                <a:solidFill>
                  <a:schemeClr val="tx1"/>
                </a:solidFill>
              </a:rPr>
              <a:t>GitHub</a:t>
            </a:r>
          </a:p>
          <a:p>
            <a:pPr marL="0" lvl="0" indent="0" algn="l" rtl="0">
              <a:spcBef>
                <a:spcPts val="0"/>
              </a:spcBef>
              <a:spcAft>
                <a:spcPts val="1200"/>
              </a:spcAft>
              <a:buClr>
                <a:schemeClr val="dk1"/>
              </a:buClr>
              <a:buSzPts val="1100"/>
              <a:buFont typeface="Arial"/>
              <a:buNone/>
            </a:pPr>
            <a:r>
              <a:rPr lang="en" dirty="0">
                <a:solidFill>
                  <a:schemeClr val="tx1"/>
                </a:solidFill>
              </a:rPr>
              <a:t>Git Bash</a:t>
            </a:r>
          </a:p>
          <a:p>
            <a:pPr marL="0" lvl="0" indent="0" algn="l" rtl="0">
              <a:spcBef>
                <a:spcPts val="0"/>
              </a:spcBef>
              <a:spcAft>
                <a:spcPts val="1200"/>
              </a:spcAft>
              <a:buClr>
                <a:schemeClr val="dk1"/>
              </a:buClr>
              <a:buSzPts val="1100"/>
              <a:buFont typeface="Arial"/>
              <a:buNone/>
            </a:pPr>
            <a:endParaRPr lang="en" dirty="0"/>
          </a:p>
        </p:txBody>
      </p:sp>
      <p:grpSp>
        <p:nvGrpSpPr>
          <p:cNvPr id="4906" name="Google Shape;4906;p45">
            <a:extLst>
              <a:ext uri="{FF2B5EF4-FFF2-40B4-BE49-F238E27FC236}">
                <a16:creationId xmlns:a16="http://schemas.microsoft.com/office/drawing/2014/main" id="{ECAB2452-71F6-9FEF-0486-ACAF803AC306}"/>
              </a:ext>
            </a:extLst>
          </p:cNvPr>
          <p:cNvGrpSpPr/>
          <p:nvPr/>
        </p:nvGrpSpPr>
        <p:grpSpPr>
          <a:xfrm>
            <a:off x="1320482" y="4129153"/>
            <a:ext cx="1256089" cy="511681"/>
            <a:chOff x="7438192" y="539507"/>
            <a:chExt cx="1256089" cy="511681"/>
          </a:xfrm>
        </p:grpSpPr>
        <p:sp>
          <p:nvSpPr>
            <p:cNvPr id="4907" name="Google Shape;4907;p45">
              <a:extLst>
                <a:ext uri="{FF2B5EF4-FFF2-40B4-BE49-F238E27FC236}">
                  <a16:creationId xmlns:a16="http://schemas.microsoft.com/office/drawing/2014/main" id="{2B962F6A-321C-9781-1EAA-80F6FEF9B718}"/>
                </a:ext>
              </a:extLst>
            </p:cNvPr>
            <p:cNvSpPr/>
            <p:nvPr/>
          </p:nvSpPr>
          <p:spPr>
            <a:xfrm>
              <a:off x="7815721"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45">
              <a:extLst>
                <a:ext uri="{FF2B5EF4-FFF2-40B4-BE49-F238E27FC236}">
                  <a16:creationId xmlns:a16="http://schemas.microsoft.com/office/drawing/2014/main" id="{05318358-B582-BE55-E2C0-EAA708E3F24B}"/>
                </a:ext>
              </a:extLst>
            </p:cNvPr>
            <p:cNvSpPr/>
            <p:nvPr/>
          </p:nvSpPr>
          <p:spPr>
            <a:xfrm>
              <a:off x="8182593" y="539507"/>
              <a:ext cx="511688" cy="511681"/>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45">
              <a:extLst>
                <a:ext uri="{FF2B5EF4-FFF2-40B4-BE49-F238E27FC236}">
                  <a16:creationId xmlns:a16="http://schemas.microsoft.com/office/drawing/2014/main" id="{6F4D6D31-90C5-7014-673B-57119B356598}"/>
                </a:ext>
              </a:extLst>
            </p:cNvPr>
            <p:cNvSpPr/>
            <p:nvPr/>
          </p:nvSpPr>
          <p:spPr>
            <a:xfrm>
              <a:off x="7438546"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45">
              <a:extLst>
                <a:ext uri="{FF2B5EF4-FFF2-40B4-BE49-F238E27FC236}">
                  <a16:creationId xmlns:a16="http://schemas.microsoft.com/office/drawing/2014/main" id="{2A87B172-6E40-49F9-00A3-49CD2364C88B}"/>
                </a:ext>
              </a:extLst>
            </p:cNvPr>
            <p:cNvSpPr/>
            <p:nvPr/>
          </p:nvSpPr>
          <p:spPr>
            <a:xfrm>
              <a:off x="7815367"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1" name="Google Shape;4911;p45">
              <a:extLst>
                <a:ext uri="{FF2B5EF4-FFF2-40B4-BE49-F238E27FC236}">
                  <a16:creationId xmlns:a16="http://schemas.microsoft.com/office/drawing/2014/main" id="{B215AEE0-61B5-58A4-0AF0-DACA93384EE5}"/>
                </a:ext>
              </a:extLst>
            </p:cNvPr>
            <p:cNvSpPr/>
            <p:nvPr/>
          </p:nvSpPr>
          <p:spPr>
            <a:xfrm>
              <a:off x="8182593" y="539507"/>
              <a:ext cx="511334" cy="511326"/>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45">
              <a:extLst>
                <a:ext uri="{FF2B5EF4-FFF2-40B4-BE49-F238E27FC236}">
                  <a16:creationId xmlns:a16="http://schemas.microsoft.com/office/drawing/2014/main" id="{B81ABCDC-D1C5-F135-B44E-134EAB3ED710}"/>
                </a:ext>
              </a:extLst>
            </p:cNvPr>
            <p:cNvSpPr/>
            <p:nvPr/>
          </p:nvSpPr>
          <p:spPr>
            <a:xfrm>
              <a:off x="7438192"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3" name="Google Shape;4913;p45">
            <a:extLst>
              <a:ext uri="{FF2B5EF4-FFF2-40B4-BE49-F238E27FC236}">
                <a16:creationId xmlns:a16="http://schemas.microsoft.com/office/drawing/2014/main" id="{0237F996-8DE7-AAA5-35C2-97A956DCE846}"/>
              </a:ext>
            </a:extLst>
          </p:cNvPr>
          <p:cNvGrpSpPr/>
          <p:nvPr/>
        </p:nvGrpSpPr>
        <p:grpSpPr>
          <a:xfrm rot="-627761">
            <a:off x="7302680" y="3741722"/>
            <a:ext cx="920243" cy="838380"/>
            <a:chOff x="5490316" y="1091489"/>
            <a:chExt cx="920218" cy="838358"/>
          </a:xfrm>
        </p:grpSpPr>
        <p:grpSp>
          <p:nvGrpSpPr>
            <p:cNvPr id="4914" name="Google Shape;4914;p45">
              <a:extLst>
                <a:ext uri="{FF2B5EF4-FFF2-40B4-BE49-F238E27FC236}">
                  <a16:creationId xmlns:a16="http://schemas.microsoft.com/office/drawing/2014/main" id="{EA1AA5C0-5A3B-525C-ED2C-6D472F585653}"/>
                </a:ext>
              </a:extLst>
            </p:cNvPr>
            <p:cNvGrpSpPr/>
            <p:nvPr/>
          </p:nvGrpSpPr>
          <p:grpSpPr>
            <a:xfrm>
              <a:off x="5490316" y="1091489"/>
              <a:ext cx="920218" cy="838358"/>
              <a:chOff x="1310300" y="1329825"/>
              <a:chExt cx="599725" cy="546375"/>
            </a:xfrm>
          </p:grpSpPr>
          <p:sp>
            <p:nvSpPr>
              <p:cNvPr id="4915" name="Google Shape;4915;p45">
                <a:extLst>
                  <a:ext uri="{FF2B5EF4-FFF2-40B4-BE49-F238E27FC236}">
                    <a16:creationId xmlns:a16="http://schemas.microsoft.com/office/drawing/2014/main" id="{C818D8DB-3F9B-C07B-774E-3A72576BCF19}"/>
                  </a:ext>
                </a:extLst>
              </p:cNvPr>
              <p:cNvSpPr/>
              <p:nvPr/>
            </p:nvSpPr>
            <p:spPr>
              <a:xfrm>
                <a:off x="1310300" y="1329825"/>
                <a:ext cx="599725" cy="546375"/>
              </a:xfrm>
              <a:custGeom>
                <a:avLst/>
                <a:gdLst/>
                <a:ahLst/>
                <a:cxnLst/>
                <a:rect l="l" t="t" r="r" b="b"/>
                <a:pathLst>
                  <a:path w="23989" h="21855" extrusionOk="0">
                    <a:moveTo>
                      <a:pt x="11994" y="1"/>
                    </a:moveTo>
                    <a:cubicBezTo>
                      <a:pt x="9198" y="1"/>
                      <a:pt x="6402" y="1068"/>
                      <a:pt x="4268" y="3202"/>
                    </a:cubicBezTo>
                    <a:cubicBezTo>
                      <a:pt x="0" y="7470"/>
                      <a:pt x="0" y="14386"/>
                      <a:pt x="4268" y="18654"/>
                    </a:cubicBezTo>
                    <a:cubicBezTo>
                      <a:pt x="6402" y="20788"/>
                      <a:pt x="9198" y="21855"/>
                      <a:pt x="11994" y="21855"/>
                    </a:cubicBezTo>
                    <a:cubicBezTo>
                      <a:pt x="14790" y="21855"/>
                      <a:pt x="17586" y="20788"/>
                      <a:pt x="19720" y="18654"/>
                    </a:cubicBezTo>
                    <a:cubicBezTo>
                      <a:pt x="23988" y="14386"/>
                      <a:pt x="23988" y="7470"/>
                      <a:pt x="19720" y="3202"/>
                    </a:cubicBezTo>
                    <a:cubicBezTo>
                      <a:pt x="17586" y="1068"/>
                      <a:pt x="14790" y="1"/>
                      <a:pt x="11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6" name="Google Shape;4916;p45">
                <a:extLst>
                  <a:ext uri="{FF2B5EF4-FFF2-40B4-BE49-F238E27FC236}">
                    <a16:creationId xmlns:a16="http://schemas.microsoft.com/office/drawing/2014/main" id="{650CFAD0-4B99-D4FB-17F6-E40BE2B27821}"/>
                  </a:ext>
                </a:extLst>
              </p:cNvPr>
              <p:cNvSpPr/>
              <p:nvPr/>
            </p:nvSpPr>
            <p:spPr>
              <a:xfrm>
                <a:off x="1394750" y="1387900"/>
                <a:ext cx="430825" cy="430825"/>
              </a:xfrm>
              <a:custGeom>
                <a:avLst/>
                <a:gdLst/>
                <a:ahLst/>
                <a:cxnLst/>
                <a:rect l="l" t="t" r="r" b="b"/>
                <a:pathLst>
                  <a:path w="17233" h="17233" extrusionOk="0">
                    <a:moveTo>
                      <a:pt x="17232" y="8616"/>
                    </a:moveTo>
                    <a:cubicBezTo>
                      <a:pt x="17232" y="13364"/>
                      <a:pt x="13375" y="17232"/>
                      <a:pt x="8616" y="17232"/>
                    </a:cubicBezTo>
                    <a:cubicBezTo>
                      <a:pt x="3857" y="17232"/>
                      <a:pt x="0" y="13364"/>
                      <a:pt x="0" y="8616"/>
                    </a:cubicBezTo>
                    <a:cubicBezTo>
                      <a:pt x="0" y="3857"/>
                      <a:pt x="3857" y="0"/>
                      <a:pt x="8616" y="0"/>
                    </a:cubicBezTo>
                    <a:cubicBezTo>
                      <a:pt x="13375" y="0"/>
                      <a:pt x="17232" y="3857"/>
                      <a:pt x="17232" y="8616"/>
                    </a:cubicBezTo>
                    <a:close/>
                  </a:path>
                </a:pathLst>
              </a:custGeom>
              <a:gradFill>
                <a:gsLst>
                  <a:gs pos="0">
                    <a:schemeClr val="accent1"/>
                  </a:gs>
                  <a:gs pos="100000">
                    <a:schemeClr val="lt1"/>
                  </a:gs>
                </a:gsLst>
                <a:path path="circle">
                  <a:fillToRect l="50000" t="50000" r="50000" b="50000"/>
                </a:path>
                <a:tileRect/>
              </a:gradFill>
              <a:ln>
                <a:noFill/>
              </a:ln>
              <a:effectLst>
                <a:outerShdw blurRad="57150" dist="47625" dir="486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7" name="Google Shape;4917;p45">
              <a:extLst>
                <a:ext uri="{FF2B5EF4-FFF2-40B4-BE49-F238E27FC236}">
                  <a16:creationId xmlns:a16="http://schemas.microsoft.com/office/drawing/2014/main" id="{3B41D44B-50EE-0857-B729-A52926676E4D}"/>
                </a:ext>
              </a:extLst>
            </p:cNvPr>
            <p:cNvGrpSpPr/>
            <p:nvPr/>
          </p:nvGrpSpPr>
          <p:grpSpPr>
            <a:xfrm>
              <a:off x="5744349" y="1294706"/>
              <a:ext cx="412166" cy="412201"/>
              <a:chOff x="3497300" y="3955025"/>
              <a:chExt cx="295375" cy="295400"/>
            </a:xfrm>
          </p:grpSpPr>
          <p:sp>
            <p:nvSpPr>
              <p:cNvPr id="4918" name="Google Shape;4918;p45">
                <a:extLst>
                  <a:ext uri="{FF2B5EF4-FFF2-40B4-BE49-F238E27FC236}">
                    <a16:creationId xmlns:a16="http://schemas.microsoft.com/office/drawing/2014/main" id="{91DBA6CB-F2A8-AD2C-76ED-727F28AD0049}"/>
                  </a:ext>
                </a:extLst>
              </p:cNvPr>
              <p:cNvSpPr/>
              <p:nvPr/>
            </p:nvSpPr>
            <p:spPr>
              <a:xfrm>
                <a:off x="3660350" y="4035375"/>
                <a:ext cx="132325" cy="155175"/>
              </a:xfrm>
              <a:custGeom>
                <a:avLst/>
                <a:gdLst/>
                <a:ahLst/>
                <a:cxnLst/>
                <a:rect l="l" t="t" r="r" b="b"/>
                <a:pathLst>
                  <a:path w="5293" h="6207" extrusionOk="0">
                    <a:moveTo>
                      <a:pt x="4663" y="0"/>
                    </a:moveTo>
                    <a:lnTo>
                      <a:pt x="0" y="2773"/>
                    </a:lnTo>
                    <a:lnTo>
                      <a:pt x="4127" y="6207"/>
                    </a:lnTo>
                    <a:cubicBezTo>
                      <a:pt x="4852" y="5199"/>
                      <a:pt x="5293" y="4033"/>
                      <a:pt x="5293" y="2678"/>
                    </a:cubicBezTo>
                    <a:cubicBezTo>
                      <a:pt x="5293" y="1733"/>
                      <a:pt x="5041" y="851"/>
                      <a:pt x="46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9" name="Google Shape;4919;p45">
                <a:extLst>
                  <a:ext uri="{FF2B5EF4-FFF2-40B4-BE49-F238E27FC236}">
                    <a16:creationId xmlns:a16="http://schemas.microsoft.com/office/drawing/2014/main" id="{CE7EF7CF-159E-3B32-6FFE-5793B18F1E29}"/>
                  </a:ext>
                </a:extLst>
              </p:cNvPr>
              <p:cNvSpPr/>
              <p:nvPr/>
            </p:nvSpPr>
            <p:spPr>
              <a:xfrm>
                <a:off x="3653250" y="3955025"/>
                <a:ext cx="114225" cy="133150"/>
              </a:xfrm>
              <a:custGeom>
                <a:avLst/>
                <a:gdLst/>
                <a:ahLst/>
                <a:cxnLst/>
                <a:rect l="l" t="t" r="r" b="b"/>
                <a:pathLst>
                  <a:path w="4569" h="5326" extrusionOk="0">
                    <a:moveTo>
                      <a:pt x="1" y="1"/>
                    </a:moveTo>
                    <a:lnTo>
                      <a:pt x="1" y="5325"/>
                    </a:lnTo>
                    <a:lnTo>
                      <a:pt x="4569" y="2679"/>
                    </a:lnTo>
                    <a:cubicBezTo>
                      <a:pt x="3561" y="1167"/>
                      <a:pt x="1891" y="12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45">
                <a:extLst>
                  <a:ext uri="{FF2B5EF4-FFF2-40B4-BE49-F238E27FC236}">
                    <a16:creationId xmlns:a16="http://schemas.microsoft.com/office/drawing/2014/main" id="{239096F1-C3E7-BA72-56FA-29FE0B99F082}"/>
                  </a:ext>
                </a:extLst>
              </p:cNvPr>
              <p:cNvSpPr/>
              <p:nvPr/>
            </p:nvSpPr>
            <p:spPr>
              <a:xfrm>
                <a:off x="3497300" y="3955025"/>
                <a:ext cx="256000" cy="295400"/>
              </a:xfrm>
              <a:custGeom>
                <a:avLst/>
                <a:gdLst/>
                <a:ahLst/>
                <a:cxnLst/>
                <a:rect l="l" t="t" r="r" b="b"/>
                <a:pathLst>
                  <a:path w="10240" h="11816" extrusionOk="0">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21" name="Google Shape;4921;p45">
            <a:extLst>
              <a:ext uri="{FF2B5EF4-FFF2-40B4-BE49-F238E27FC236}">
                <a16:creationId xmlns:a16="http://schemas.microsoft.com/office/drawing/2014/main" id="{3CCAF8A4-6ACB-339C-AE2B-277D47A5B0BA}"/>
              </a:ext>
            </a:extLst>
          </p:cNvPr>
          <p:cNvGrpSpPr/>
          <p:nvPr/>
        </p:nvGrpSpPr>
        <p:grpSpPr>
          <a:xfrm>
            <a:off x="7498042" y="539507"/>
            <a:ext cx="878914" cy="511681"/>
            <a:chOff x="4436950" y="1405000"/>
            <a:chExt cx="682175" cy="397175"/>
          </a:xfrm>
        </p:grpSpPr>
        <p:sp>
          <p:nvSpPr>
            <p:cNvPr id="4922" name="Google Shape;4922;p45">
              <a:extLst>
                <a:ext uri="{FF2B5EF4-FFF2-40B4-BE49-F238E27FC236}">
                  <a16:creationId xmlns:a16="http://schemas.microsoft.com/office/drawing/2014/main" id="{0820BBF5-8A45-2794-0E15-9E31E76FB5FE}"/>
                </a:ext>
              </a:extLst>
            </p:cNvPr>
            <p:cNvSpPr/>
            <p:nvPr/>
          </p:nvSpPr>
          <p:spPr>
            <a:xfrm>
              <a:off x="4437225" y="1405000"/>
              <a:ext cx="397175" cy="397175"/>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45">
              <a:extLst>
                <a:ext uri="{FF2B5EF4-FFF2-40B4-BE49-F238E27FC236}">
                  <a16:creationId xmlns:a16="http://schemas.microsoft.com/office/drawing/2014/main" id="{25FA624F-552F-B94E-4744-E316B92112A0}"/>
                </a:ext>
              </a:extLst>
            </p:cNvPr>
            <p:cNvSpPr/>
            <p:nvPr/>
          </p:nvSpPr>
          <p:spPr>
            <a:xfrm>
              <a:off x="4721975" y="1405000"/>
              <a:ext cx="397150" cy="397175"/>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45">
              <a:extLst>
                <a:ext uri="{FF2B5EF4-FFF2-40B4-BE49-F238E27FC236}">
                  <a16:creationId xmlns:a16="http://schemas.microsoft.com/office/drawing/2014/main" id="{C704BAA4-5BB1-67D6-690F-C26BB5EB85A9}"/>
                </a:ext>
              </a:extLst>
            </p:cNvPr>
            <p:cNvSpPr/>
            <p:nvPr/>
          </p:nvSpPr>
          <p:spPr>
            <a:xfrm>
              <a:off x="4436950" y="1405000"/>
              <a:ext cx="396875" cy="396900"/>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5" name="Google Shape;4925;p45">
              <a:extLst>
                <a:ext uri="{FF2B5EF4-FFF2-40B4-BE49-F238E27FC236}">
                  <a16:creationId xmlns:a16="http://schemas.microsoft.com/office/drawing/2014/main" id="{7377E4E9-23C5-4678-A473-2747334030EF}"/>
                </a:ext>
              </a:extLst>
            </p:cNvPr>
            <p:cNvSpPr/>
            <p:nvPr/>
          </p:nvSpPr>
          <p:spPr>
            <a:xfrm>
              <a:off x="4721975" y="1405000"/>
              <a:ext cx="396875" cy="396900"/>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27083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03">
          <a:extLst>
            <a:ext uri="{FF2B5EF4-FFF2-40B4-BE49-F238E27FC236}">
              <a16:creationId xmlns:a16="http://schemas.microsoft.com/office/drawing/2014/main" id="{7E9F08E2-1B41-B7D7-7640-C84C14FCF916}"/>
            </a:ext>
          </a:extLst>
        </p:cNvPr>
        <p:cNvGrpSpPr/>
        <p:nvPr/>
      </p:nvGrpSpPr>
      <p:grpSpPr>
        <a:xfrm>
          <a:off x="0" y="0"/>
          <a:ext cx="0" cy="0"/>
          <a:chOff x="0" y="0"/>
          <a:chExt cx="0" cy="0"/>
        </a:xfrm>
      </p:grpSpPr>
      <p:sp>
        <p:nvSpPr>
          <p:cNvPr id="4904" name="Google Shape;4904;p45">
            <a:extLst>
              <a:ext uri="{FF2B5EF4-FFF2-40B4-BE49-F238E27FC236}">
                <a16:creationId xmlns:a16="http://schemas.microsoft.com/office/drawing/2014/main" id="{8393A240-BB06-2D06-6F53-86CEDCF4282B}"/>
              </a:ext>
            </a:extLst>
          </p:cNvPr>
          <p:cNvSpPr txBox="1">
            <a:spLocks noGrp="1"/>
          </p:cNvSpPr>
          <p:nvPr>
            <p:ph type="title"/>
          </p:nvPr>
        </p:nvSpPr>
        <p:spPr>
          <a:xfrm>
            <a:off x="1382100" y="300488"/>
            <a:ext cx="5852100" cy="641412"/>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pt-BR" dirty="0"/>
              <a:t>COLETA DE DADOS</a:t>
            </a:r>
            <a:endParaRPr dirty="0">
              <a:solidFill>
                <a:schemeClr val="dk2"/>
              </a:solidFill>
            </a:endParaRPr>
          </a:p>
        </p:txBody>
      </p:sp>
      <p:sp>
        <p:nvSpPr>
          <p:cNvPr id="4905" name="Google Shape;4905;p45">
            <a:extLst>
              <a:ext uri="{FF2B5EF4-FFF2-40B4-BE49-F238E27FC236}">
                <a16:creationId xmlns:a16="http://schemas.microsoft.com/office/drawing/2014/main" id="{B9F29196-1540-0D2F-25EE-D417F322C457}"/>
              </a:ext>
            </a:extLst>
          </p:cNvPr>
          <p:cNvSpPr txBox="1">
            <a:spLocks noGrp="1"/>
          </p:cNvSpPr>
          <p:nvPr>
            <p:ph type="body" idx="1"/>
          </p:nvPr>
        </p:nvSpPr>
        <p:spPr>
          <a:xfrm>
            <a:off x="1382100" y="1172890"/>
            <a:ext cx="5852100" cy="2936822"/>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Clr>
                <a:schemeClr val="dk1"/>
              </a:buClr>
              <a:buSzPts val="1100"/>
              <a:buFont typeface="Arial"/>
              <a:buNone/>
            </a:pPr>
            <a:r>
              <a:rPr lang="en" dirty="0">
                <a:solidFill>
                  <a:schemeClr val="tx1"/>
                </a:solidFill>
              </a:rPr>
              <a:t>API da Yahoo Finance e BeatifulSoup</a:t>
            </a:r>
          </a:p>
          <a:p>
            <a:pPr marL="0" lvl="0" indent="0" algn="l" rtl="0">
              <a:spcBef>
                <a:spcPts val="0"/>
              </a:spcBef>
              <a:spcAft>
                <a:spcPts val="1200"/>
              </a:spcAft>
              <a:buClr>
                <a:schemeClr val="dk1"/>
              </a:buClr>
              <a:buSzPts val="1100"/>
              <a:buFont typeface="Arial"/>
              <a:buNone/>
            </a:pPr>
            <a:r>
              <a:rPr lang="en" dirty="0">
                <a:solidFill>
                  <a:schemeClr val="tx1"/>
                </a:solidFill>
              </a:rPr>
              <a:t>Sites para webscrapping</a:t>
            </a:r>
          </a:p>
          <a:p>
            <a:pPr marL="742950" lvl="1" indent="-285750">
              <a:spcAft>
                <a:spcPts val="1200"/>
              </a:spcAft>
              <a:buSzPts val="1100"/>
              <a:buFont typeface="Arial" panose="020B0604020202020204" pitchFamily="34" charset="0"/>
              <a:buChar char="•"/>
            </a:pPr>
            <a:r>
              <a:rPr lang="en" dirty="0">
                <a:solidFill>
                  <a:srgbClr val="D1BA97"/>
                </a:solidFill>
              </a:rPr>
              <a:t>Status Invest</a:t>
            </a:r>
          </a:p>
          <a:p>
            <a:pPr marL="742950" lvl="1" indent="-285750">
              <a:spcAft>
                <a:spcPts val="1200"/>
              </a:spcAft>
              <a:buSzPts val="1100"/>
              <a:buFont typeface="Arial" panose="020B0604020202020204" pitchFamily="34" charset="0"/>
              <a:buChar char="•"/>
            </a:pPr>
            <a:r>
              <a:rPr lang="en" dirty="0">
                <a:solidFill>
                  <a:srgbClr val="D1BA97"/>
                </a:solidFill>
              </a:rPr>
              <a:t>Fundamentus</a:t>
            </a:r>
          </a:p>
          <a:p>
            <a:pPr marL="742950" lvl="1" indent="-285750">
              <a:spcAft>
                <a:spcPts val="1200"/>
              </a:spcAft>
              <a:buSzPts val="1100"/>
              <a:buFont typeface="Arial" panose="020B0604020202020204" pitchFamily="34" charset="0"/>
              <a:buChar char="•"/>
            </a:pPr>
            <a:r>
              <a:rPr lang="en" dirty="0">
                <a:solidFill>
                  <a:srgbClr val="D1BA97"/>
                </a:solidFill>
              </a:rPr>
              <a:t>Investidor 10</a:t>
            </a:r>
          </a:p>
          <a:p>
            <a:pPr marL="742950" lvl="1" indent="-285750">
              <a:spcAft>
                <a:spcPts val="1200"/>
              </a:spcAft>
              <a:buSzPts val="1100"/>
              <a:buFont typeface="Arial" panose="020B0604020202020204" pitchFamily="34" charset="0"/>
              <a:buChar char="•"/>
            </a:pPr>
            <a:r>
              <a:rPr lang="en" dirty="0">
                <a:solidFill>
                  <a:srgbClr val="D1BA97"/>
                </a:solidFill>
              </a:rPr>
              <a:t>Trading View</a:t>
            </a:r>
          </a:p>
          <a:p>
            <a:pPr marL="742950" lvl="1" indent="-285750">
              <a:spcAft>
                <a:spcPts val="1200"/>
              </a:spcAft>
              <a:buSzPts val="1100"/>
              <a:buFont typeface="Arial" panose="020B0604020202020204" pitchFamily="34" charset="0"/>
              <a:buChar char="•"/>
            </a:pPr>
            <a:r>
              <a:rPr lang="en" dirty="0">
                <a:solidFill>
                  <a:srgbClr val="D1BA97"/>
                </a:solidFill>
              </a:rPr>
              <a:t>B3</a:t>
            </a:r>
          </a:p>
          <a:p>
            <a:pPr marL="0" lvl="0" indent="0" algn="l" rtl="0">
              <a:spcBef>
                <a:spcPts val="0"/>
              </a:spcBef>
              <a:spcAft>
                <a:spcPts val="1200"/>
              </a:spcAft>
              <a:buClr>
                <a:schemeClr val="dk1"/>
              </a:buClr>
              <a:buSzPts val="1100"/>
              <a:buFont typeface="Arial"/>
              <a:buNone/>
            </a:pPr>
            <a:endParaRPr lang="en" dirty="0"/>
          </a:p>
        </p:txBody>
      </p:sp>
      <p:grpSp>
        <p:nvGrpSpPr>
          <p:cNvPr id="4906" name="Google Shape;4906;p45">
            <a:extLst>
              <a:ext uri="{FF2B5EF4-FFF2-40B4-BE49-F238E27FC236}">
                <a16:creationId xmlns:a16="http://schemas.microsoft.com/office/drawing/2014/main" id="{243BC4F2-30A3-59C3-9307-EE462D820EA6}"/>
              </a:ext>
            </a:extLst>
          </p:cNvPr>
          <p:cNvGrpSpPr/>
          <p:nvPr/>
        </p:nvGrpSpPr>
        <p:grpSpPr>
          <a:xfrm>
            <a:off x="1320482" y="4129153"/>
            <a:ext cx="1256089" cy="511681"/>
            <a:chOff x="7438192" y="539507"/>
            <a:chExt cx="1256089" cy="511681"/>
          </a:xfrm>
        </p:grpSpPr>
        <p:sp>
          <p:nvSpPr>
            <p:cNvPr id="4907" name="Google Shape;4907;p45">
              <a:extLst>
                <a:ext uri="{FF2B5EF4-FFF2-40B4-BE49-F238E27FC236}">
                  <a16:creationId xmlns:a16="http://schemas.microsoft.com/office/drawing/2014/main" id="{2D677651-DFDC-B9D3-9EB1-7F15E6B71AF4}"/>
                </a:ext>
              </a:extLst>
            </p:cNvPr>
            <p:cNvSpPr/>
            <p:nvPr/>
          </p:nvSpPr>
          <p:spPr>
            <a:xfrm>
              <a:off x="7815721"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45">
              <a:extLst>
                <a:ext uri="{FF2B5EF4-FFF2-40B4-BE49-F238E27FC236}">
                  <a16:creationId xmlns:a16="http://schemas.microsoft.com/office/drawing/2014/main" id="{D255590F-C735-0C20-0D13-EBFD042FD5DE}"/>
                </a:ext>
              </a:extLst>
            </p:cNvPr>
            <p:cNvSpPr/>
            <p:nvPr/>
          </p:nvSpPr>
          <p:spPr>
            <a:xfrm>
              <a:off x="8182593" y="539507"/>
              <a:ext cx="511688" cy="511681"/>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45">
              <a:extLst>
                <a:ext uri="{FF2B5EF4-FFF2-40B4-BE49-F238E27FC236}">
                  <a16:creationId xmlns:a16="http://schemas.microsoft.com/office/drawing/2014/main" id="{97B42E3C-0CA9-B4B6-B5E8-8DE55B5294CA}"/>
                </a:ext>
              </a:extLst>
            </p:cNvPr>
            <p:cNvSpPr/>
            <p:nvPr/>
          </p:nvSpPr>
          <p:spPr>
            <a:xfrm>
              <a:off x="7438546"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45">
              <a:extLst>
                <a:ext uri="{FF2B5EF4-FFF2-40B4-BE49-F238E27FC236}">
                  <a16:creationId xmlns:a16="http://schemas.microsoft.com/office/drawing/2014/main" id="{F392D86B-6DCA-3DCC-FF5A-0F8ECF2B65D7}"/>
                </a:ext>
              </a:extLst>
            </p:cNvPr>
            <p:cNvSpPr/>
            <p:nvPr/>
          </p:nvSpPr>
          <p:spPr>
            <a:xfrm>
              <a:off x="7815367"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1" name="Google Shape;4911;p45">
              <a:extLst>
                <a:ext uri="{FF2B5EF4-FFF2-40B4-BE49-F238E27FC236}">
                  <a16:creationId xmlns:a16="http://schemas.microsoft.com/office/drawing/2014/main" id="{F5910D8C-F476-58FC-DCE5-0D3833BE4C27}"/>
                </a:ext>
              </a:extLst>
            </p:cNvPr>
            <p:cNvSpPr/>
            <p:nvPr/>
          </p:nvSpPr>
          <p:spPr>
            <a:xfrm>
              <a:off x="8182593" y="539507"/>
              <a:ext cx="511334" cy="511326"/>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45">
              <a:extLst>
                <a:ext uri="{FF2B5EF4-FFF2-40B4-BE49-F238E27FC236}">
                  <a16:creationId xmlns:a16="http://schemas.microsoft.com/office/drawing/2014/main" id="{CF4CAA97-403E-E7EA-8544-ABDDE2EFC657}"/>
                </a:ext>
              </a:extLst>
            </p:cNvPr>
            <p:cNvSpPr/>
            <p:nvPr/>
          </p:nvSpPr>
          <p:spPr>
            <a:xfrm>
              <a:off x="7438192"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3" name="Google Shape;4913;p45">
            <a:extLst>
              <a:ext uri="{FF2B5EF4-FFF2-40B4-BE49-F238E27FC236}">
                <a16:creationId xmlns:a16="http://schemas.microsoft.com/office/drawing/2014/main" id="{235522ED-7595-525F-C406-428A4AA7B882}"/>
              </a:ext>
            </a:extLst>
          </p:cNvPr>
          <p:cNvGrpSpPr/>
          <p:nvPr/>
        </p:nvGrpSpPr>
        <p:grpSpPr>
          <a:xfrm rot="-627761">
            <a:off x="7302680" y="3741722"/>
            <a:ext cx="920243" cy="838380"/>
            <a:chOff x="5490316" y="1091489"/>
            <a:chExt cx="920218" cy="838358"/>
          </a:xfrm>
        </p:grpSpPr>
        <p:grpSp>
          <p:nvGrpSpPr>
            <p:cNvPr id="4914" name="Google Shape;4914;p45">
              <a:extLst>
                <a:ext uri="{FF2B5EF4-FFF2-40B4-BE49-F238E27FC236}">
                  <a16:creationId xmlns:a16="http://schemas.microsoft.com/office/drawing/2014/main" id="{C05C2DA5-0510-1903-9402-5D8A4927F992}"/>
                </a:ext>
              </a:extLst>
            </p:cNvPr>
            <p:cNvGrpSpPr/>
            <p:nvPr/>
          </p:nvGrpSpPr>
          <p:grpSpPr>
            <a:xfrm>
              <a:off x="5490316" y="1091489"/>
              <a:ext cx="920218" cy="838358"/>
              <a:chOff x="1310300" y="1329825"/>
              <a:chExt cx="599725" cy="546375"/>
            </a:xfrm>
          </p:grpSpPr>
          <p:sp>
            <p:nvSpPr>
              <p:cNvPr id="4915" name="Google Shape;4915;p45">
                <a:extLst>
                  <a:ext uri="{FF2B5EF4-FFF2-40B4-BE49-F238E27FC236}">
                    <a16:creationId xmlns:a16="http://schemas.microsoft.com/office/drawing/2014/main" id="{C5406A17-30E1-3DCC-19C4-9F6BEF6D06B0}"/>
                  </a:ext>
                </a:extLst>
              </p:cNvPr>
              <p:cNvSpPr/>
              <p:nvPr/>
            </p:nvSpPr>
            <p:spPr>
              <a:xfrm>
                <a:off x="1310300" y="1329825"/>
                <a:ext cx="599725" cy="546375"/>
              </a:xfrm>
              <a:custGeom>
                <a:avLst/>
                <a:gdLst/>
                <a:ahLst/>
                <a:cxnLst/>
                <a:rect l="l" t="t" r="r" b="b"/>
                <a:pathLst>
                  <a:path w="23989" h="21855" extrusionOk="0">
                    <a:moveTo>
                      <a:pt x="11994" y="1"/>
                    </a:moveTo>
                    <a:cubicBezTo>
                      <a:pt x="9198" y="1"/>
                      <a:pt x="6402" y="1068"/>
                      <a:pt x="4268" y="3202"/>
                    </a:cubicBezTo>
                    <a:cubicBezTo>
                      <a:pt x="0" y="7470"/>
                      <a:pt x="0" y="14386"/>
                      <a:pt x="4268" y="18654"/>
                    </a:cubicBezTo>
                    <a:cubicBezTo>
                      <a:pt x="6402" y="20788"/>
                      <a:pt x="9198" y="21855"/>
                      <a:pt x="11994" y="21855"/>
                    </a:cubicBezTo>
                    <a:cubicBezTo>
                      <a:pt x="14790" y="21855"/>
                      <a:pt x="17586" y="20788"/>
                      <a:pt x="19720" y="18654"/>
                    </a:cubicBezTo>
                    <a:cubicBezTo>
                      <a:pt x="23988" y="14386"/>
                      <a:pt x="23988" y="7470"/>
                      <a:pt x="19720" y="3202"/>
                    </a:cubicBezTo>
                    <a:cubicBezTo>
                      <a:pt x="17586" y="1068"/>
                      <a:pt x="14790" y="1"/>
                      <a:pt x="11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6" name="Google Shape;4916;p45">
                <a:extLst>
                  <a:ext uri="{FF2B5EF4-FFF2-40B4-BE49-F238E27FC236}">
                    <a16:creationId xmlns:a16="http://schemas.microsoft.com/office/drawing/2014/main" id="{3097F4B4-5DA0-790F-9EFC-9E7731576578}"/>
                  </a:ext>
                </a:extLst>
              </p:cNvPr>
              <p:cNvSpPr/>
              <p:nvPr/>
            </p:nvSpPr>
            <p:spPr>
              <a:xfrm>
                <a:off x="1394750" y="1387900"/>
                <a:ext cx="430825" cy="430825"/>
              </a:xfrm>
              <a:custGeom>
                <a:avLst/>
                <a:gdLst/>
                <a:ahLst/>
                <a:cxnLst/>
                <a:rect l="l" t="t" r="r" b="b"/>
                <a:pathLst>
                  <a:path w="17233" h="17233" extrusionOk="0">
                    <a:moveTo>
                      <a:pt x="17232" y="8616"/>
                    </a:moveTo>
                    <a:cubicBezTo>
                      <a:pt x="17232" y="13364"/>
                      <a:pt x="13375" y="17232"/>
                      <a:pt x="8616" y="17232"/>
                    </a:cubicBezTo>
                    <a:cubicBezTo>
                      <a:pt x="3857" y="17232"/>
                      <a:pt x="0" y="13364"/>
                      <a:pt x="0" y="8616"/>
                    </a:cubicBezTo>
                    <a:cubicBezTo>
                      <a:pt x="0" y="3857"/>
                      <a:pt x="3857" y="0"/>
                      <a:pt x="8616" y="0"/>
                    </a:cubicBezTo>
                    <a:cubicBezTo>
                      <a:pt x="13375" y="0"/>
                      <a:pt x="17232" y="3857"/>
                      <a:pt x="17232" y="8616"/>
                    </a:cubicBezTo>
                    <a:close/>
                  </a:path>
                </a:pathLst>
              </a:custGeom>
              <a:gradFill>
                <a:gsLst>
                  <a:gs pos="0">
                    <a:schemeClr val="accent1"/>
                  </a:gs>
                  <a:gs pos="100000">
                    <a:schemeClr val="lt1"/>
                  </a:gs>
                </a:gsLst>
                <a:path path="circle">
                  <a:fillToRect l="50000" t="50000" r="50000" b="50000"/>
                </a:path>
                <a:tileRect/>
              </a:gradFill>
              <a:ln>
                <a:noFill/>
              </a:ln>
              <a:effectLst>
                <a:outerShdw blurRad="57150" dist="47625" dir="486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7" name="Google Shape;4917;p45">
              <a:extLst>
                <a:ext uri="{FF2B5EF4-FFF2-40B4-BE49-F238E27FC236}">
                  <a16:creationId xmlns:a16="http://schemas.microsoft.com/office/drawing/2014/main" id="{768BB730-8617-2431-D6C1-A645B4E7284B}"/>
                </a:ext>
              </a:extLst>
            </p:cNvPr>
            <p:cNvGrpSpPr/>
            <p:nvPr/>
          </p:nvGrpSpPr>
          <p:grpSpPr>
            <a:xfrm>
              <a:off x="5744349" y="1294706"/>
              <a:ext cx="412166" cy="412201"/>
              <a:chOff x="3497300" y="3955025"/>
              <a:chExt cx="295375" cy="295400"/>
            </a:xfrm>
          </p:grpSpPr>
          <p:sp>
            <p:nvSpPr>
              <p:cNvPr id="4918" name="Google Shape;4918;p45">
                <a:extLst>
                  <a:ext uri="{FF2B5EF4-FFF2-40B4-BE49-F238E27FC236}">
                    <a16:creationId xmlns:a16="http://schemas.microsoft.com/office/drawing/2014/main" id="{414317DE-5EB3-420A-ACCC-B9F71892069A}"/>
                  </a:ext>
                </a:extLst>
              </p:cNvPr>
              <p:cNvSpPr/>
              <p:nvPr/>
            </p:nvSpPr>
            <p:spPr>
              <a:xfrm>
                <a:off x="3660350" y="4035375"/>
                <a:ext cx="132325" cy="155175"/>
              </a:xfrm>
              <a:custGeom>
                <a:avLst/>
                <a:gdLst/>
                <a:ahLst/>
                <a:cxnLst/>
                <a:rect l="l" t="t" r="r" b="b"/>
                <a:pathLst>
                  <a:path w="5293" h="6207" extrusionOk="0">
                    <a:moveTo>
                      <a:pt x="4663" y="0"/>
                    </a:moveTo>
                    <a:lnTo>
                      <a:pt x="0" y="2773"/>
                    </a:lnTo>
                    <a:lnTo>
                      <a:pt x="4127" y="6207"/>
                    </a:lnTo>
                    <a:cubicBezTo>
                      <a:pt x="4852" y="5199"/>
                      <a:pt x="5293" y="4033"/>
                      <a:pt x="5293" y="2678"/>
                    </a:cubicBezTo>
                    <a:cubicBezTo>
                      <a:pt x="5293" y="1733"/>
                      <a:pt x="5041" y="851"/>
                      <a:pt x="46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9" name="Google Shape;4919;p45">
                <a:extLst>
                  <a:ext uri="{FF2B5EF4-FFF2-40B4-BE49-F238E27FC236}">
                    <a16:creationId xmlns:a16="http://schemas.microsoft.com/office/drawing/2014/main" id="{A3A3D491-3E42-F663-842A-A513B2D8AE72}"/>
                  </a:ext>
                </a:extLst>
              </p:cNvPr>
              <p:cNvSpPr/>
              <p:nvPr/>
            </p:nvSpPr>
            <p:spPr>
              <a:xfrm>
                <a:off x="3653250" y="3955025"/>
                <a:ext cx="114225" cy="133150"/>
              </a:xfrm>
              <a:custGeom>
                <a:avLst/>
                <a:gdLst/>
                <a:ahLst/>
                <a:cxnLst/>
                <a:rect l="l" t="t" r="r" b="b"/>
                <a:pathLst>
                  <a:path w="4569" h="5326" extrusionOk="0">
                    <a:moveTo>
                      <a:pt x="1" y="1"/>
                    </a:moveTo>
                    <a:lnTo>
                      <a:pt x="1" y="5325"/>
                    </a:lnTo>
                    <a:lnTo>
                      <a:pt x="4569" y="2679"/>
                    </a:lnTo>
                    <a:cubicBezTo>
                      <a:pt x="3561" y="1167"/>
                      <a:pt x="1891" y="12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45">
                <a:extLst>
                  <a:ext uri="{FF2B5EF4-FFF2-40B4-BE49-F238E27FC236}">
                    <a16:creationId xmlns:a16="http://schemas.microsoft.com/office/drawing/2014/main" id="{FDCF71A3-7EA5-C7DC-105E-81D3F523B226}"/>
                  </a:ext>
                </a:extLst>
              </p:cNvPr>
              <p:cNvSpPr/>
              <p:nvPr/>
            </p:nvSpPr>
            <p:spPr>
              <a:xfrm>
                <a:off x="3497300" y="3955025"/>
                <a:ext cx="256000" cy="295400"/>
              </a:xfrm>
              <a:custGeom>
                <a:avLst/>
                <a:gdLst/>
                <a:ahLst/>
                <a:cxnLst/>
                <a:rect l="l" t="t" r="r" b="b"/>
                <a:pathLst>
                  <a:path w="10240" h="11816" extrusionOk="0">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21" name="Google Shape;4921;p45">
            <a:extLst>
              <a:ext uri="{FF2B5EF4-FFF2-40B4-BE49-F238E27FC236}">
                <a16:creationId xmlns:a16="http://schemas.microsoft.com/office/drawing/2014/main" id="{38DB134F-D075-E549-CEBF-5E1730D6930A}"/>
              </a:ext>
            </a:extLst>
          </p:cNvPr>
          <p:cNvGrpSpPr/>
          <p:nvPr/>
        </p:nvGrpSpPr>
        <p:grpSpPr>
          <a:xfrm>
            <a:off x="7498042" y="539507"/>
            <a:ext cx="878914" cy="511681"/>
            <a:chOff x="4436950" y="1405000"/>
            <a:chExt cx="682175" cy="397175"/>
          </a:xfrm>
        </p:grpSpPr>
        <p:sp>
          <p:nvSpPr>
            <p:cNvPr id="4922" name="Google Shape;4922;p45">
              <a:extLst>
                <a:ext uri="{FF2B5EF4-FFF2-40B4-BE49-F238E27FC236}">
                  <a16:creationId xmlns:a16="http://schemas.microsoft.com/office/drawing/2014/main" id="{00C41526-9B21-DF0C-62EA-EB9F82C69D3D}"/>
                </a:ext>
              </a:extLst>
            </p:cNvPr>
            <p:cNvSpPr/>
            <p:nvPr/>
          </p:nvSpPr>
          <p:spPr>
            <a:xfrm>
              <a:off x="4437225" y="1405000"/>
              <a:ext cx="397175" cy="397175"/>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45">
              <a:extLst>
                <a:ext uri="{FF2B5EF4-FFF2-40B4-BE49-F238E27FC236}">
                  <a16:creationId xmlns:a16="http://schemas.microsoft.com/office/drawing/2014/main" id="{B3637C2E-6887-1BC3-AD39-C91BA836DCC5}"/>
                </a:ext>
              </a:extLst>
            </p:cNvPr>
            <p:cNvSpPr/>
            <p:nvPr/>
          </p:nvSpPr>
          <p:spPr>
            <a:xfrm>
              <a:off x="4721975" y="1405000"/>
              <a:ext cx="397150" cy="397175"/>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45">
              <a:extLst>
                <a:ext uri="{FF2B5EF4-FFF2-40B4-BE49-F238E27FC236}">
                  <a16:creationId xmlns:a16="http://schemas.microsoft.com/office/drawing/2014/main" id="{7DFB5443-0F28-EE28-E8FB-06D92AEE2E8A}"/>
                </a:ext>
              </a:extLst>
            </p:cNvPr>
            <p:cNvSpPr/>
            <p:nvPr/>
          </p:nvSpPr>
          <p:spPr>
            <a:xfrm>
              <a:off x="4436950" y="1405000"/>
              <a:ext cx="396875" cy="396900"/>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5" name="Google Shape;4925;p45">
              <a:extLst>
                <a:ext uri="{FF2B5EF4-FFF2-40B4-BE49-F238E27FC236}">
                  <a16:creationId xmlns:a16="http://schemas.microsoft.com/office/drawing/2014/main" id="{F582B42F-34C4-C5EE-CE54-4D5F153F1B79}"/>
                </a:ext>
              </a:extLst>
            </p:cNvPr>
            <p:cNvSpPr/>
            <p:nvPr/>
          </p:nvSpPr>
          <p:spPr>
            <a:xfrm>
              <a:off x="4721975" y="1405000"/>
              <a:ext cx="396875" cy="396900"/>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90422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03">
          <a:extLst>
            <a:ext uri="{FF2B5EF4-FFF2-40B4-BE49-F238E27FC236}">
              <a16:creationId xmlns:a16="http://schemas.microsoft.com/office/drawing/2014/main" id="{FC52EA2D-8059-C280-59CB-C319CFCB2B19}"/>
            </a:ext>
          </a:extLst>
        </p:cNvPr>
        <p:cNvGrpSpPr/>
        <p:nvPr/>
      </p:nvGrpSpPr>
      <p:grpSpPr>
        <a:xfrm>
          <a:off x="0" y="0"/>
          <a:ext cx="0" cy="0"/>
          <a:chOff x="0" y="0"/>
          <a:chExt cx="0" cy="0"/>
        </a:xfrm>
      </p:grpSpPr>
      <p:sp>
        <p:nvSpPr>
          <p:cNvPr id="4904" name="Google Shape;4904;p45">
            <a:extLst>
              <a:ext uri="{FF2B5EF4-FFF2-40B4-BE49-F238E27FC236}">
                <a16:creationId xmlns:a16="http://schemas.microsoft.com/office/drawing/2014/main" id="{F11EAD1E-0E2F-EA98-0DCF-51A4F3586770}"/>
              </a:ext>
            </a:extLst>
          </p:cNvPr>
          <p:cNvSpPr txBox="1">
            <a:spLocks noGrp="1"/>
          </p:cNvSpPr>
          <p:nvPr>
            <p:ph type="title"/>
          </p:nvPr>
        </p:nvSpPr>
        <p:spPr>
          <a:xfrm>
            <a:off x="1382100" y="300488"/>
            <a:ext cx="5852100" cy="641412"/>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pt-BR" dirty="0"/>
              <a:t>RESUMO E RELATÓRIO</a:t>
            </a:r>
            <a:endParaRPr dirty="0">
              <a:solidFill>
                <a:schemeClr val="dk2"/>
              </a:solidFill>
            </a:endParaRPr>
          </a:p>
        </p:txBody>
      </p:sp>
      <p:sp>
        <p:nvSpPr>
          <p:cNvPr id="4905" name="Google Shape;4905;p45">
            <a:extLst>
              <a:ext uri="{FF2B5EF4-FFF2-40B4-BE49-F238E27FC236}">
                <a16:creationId xmlns:a16="http://schemas.microsoft.com/office/drawing/2014/main" id="{371B110D-7181-9975-0380-C29561E9B027}"/>
              </a:ext>
            </a:extLst>
          </p:cNvPr>
          <p:cNvSpPr txBox="1">
            <a:spLocks noGrp="1"/>
          </p:cNvSpPr>
          <p:nvPr>
            <p:ph type="body" idx="1"/>
          </p:nvPr>
        </p:nvSpPr>
        <p:spPr>
          <a:xfrm>
            <a:off x="1382100" y="1172890"/>
            <a:ext cx="5852100" cy="2936822"/>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Clr>
                <a:schemeClr val="dk1"/>
              </a:buClr>
              <a:buSzPts val="1100"/>
              <a:buFont typeface="Arial"/>
              <a:buNone/>
            </a:pPr>
            <a:r>
              <a:rPr lang="en" dirty="0">
                <a:solidFill>
                  <a:schemeClr val="tx1"/>
                </a:solidFill>
              </a:rPr>
              <a:t>API da LLM Gemini</a:t>
            </a:r>
          </a:p>
          <a:p>
            <a:pPr marL="742950" lvl="1" indent="-285750">
              <a:spcAft>
                <a:spcPts val="1200"/>
              </a:spcAft>
              <a:buSzPts val="1100"/>
              <a:buFont typeface="Arial" panose="020B0604020202020204" pitchFamily="34" charset="0"/>
              <a:buChar char="•"/>
            </a:pPr>
            <a:r>
              <a:rPr lang="en" dirty="0">
                <a:solidFill>
                  <a:schemeClr val="tx1"/>
                </a:solidFill>
              </a:rPr>
              <a:t>Melhor para lidar com texto</a:t>
            </a:r>
          </a:p>
          <a:p>
            <a:pPr marL="0" lvl="0" indent="0" algn="l" rtl="0">
              <a:spcBef>
                <a:spcPts val="0"/>
              </a:spcBef>
              <a:spcAft>
                <a:spcPts val="1200"/>
              </a:spcAft>
              <a:buClr>
                <a:schemeClr val="dk1"/>
              </a:buClr>
              <a:buSzPts val="1100"/>
              <a:buFont typeface="Arial"/>
              <a:buNone/>
            </a:pPr>
            <a:r>
              <a:rPr lang="en" dirty="0">
                <a:solidFill>
                  <a:schemeClr val="tx1"/>
                </a:solidFill>
              </a:rPr>
              <a:t>API da LLM Claude</a:t>
            </a:r>
          </a:p>
          <a:p>
            <a:pPr marL="742950" lvl="1" indent="-285750">
              <a:spcAft>
                <a:spcPts val="1200"/>
              </a:spcAft>
              <a:buSzPts val="1100"/>
              <a:buFont typeface="Arial" panose="020B0604020202020204" pitchFamily="34" charset="0"/>
              <a:buChar char="•"/>
            </a:pPr>
            <a:r>
              <a:rPr lang="pt-BR" dirty="0">
                <a:solidFill>
                  <a:schemeClr val="tx1"/>
                </a:solidFill>
              </a:rPr>
              <a:t>M</a:t>
            </a:r>
            <a:r>
              <a:rPr lang="en" dirty="0">
                <a:solidFill>
                  <a:schemeClr val="tx1"/>
                </a:solidFill>
              </a:rPr>
              <a:t>elhor para lidar com estruturação</a:t>
            </a:r>
            <a:endParaRPr lang="en" dirty="0">
              <a:solidFill>
                <a:srgbClr val="D1BA97"/>
              </a:solidFill>
            </a:endParaRPr>
          </a:p>
          <a:p>
            <a:pPr marL="0" lvl="0" indent="0" algn="l" rtl="0">
              <a:spcBef>
                <a:spcPts val="0"/>
              </a:spcBef>
              <a:spcAft>
                <a:spcPts val="1200"/>
              </a:spcAft>
              <a:buClr>
                <a:schemeClr val="dk1"/>
              </a:buClr>
              <a:buSzPts val="1100"/>
              <a:buFont typeface="Arial"/>
              <a:buNone/>
            </a:pPr>
            <a:endParaRPr lang="en" dirty="0"/>
          </a:p>
        </p:txBody>
      </p:sp>
      <p:grpSp>
        <p:nvGrpSpPr>
          <p:cNvPr id="4906" name="Google Shape;4906;p45">
            <a:extLst>
              <a:ext uri="{FF2B5EF4-FFF2-40B4-BE49-F238E27FC236}">
                <a16:creationId xmlns:a16="http://schemas.microsoft.com/office/drawing/2014/main" id="{0D09E39F-E5A6-05D0-E1ED-F56553AAEFC5}"/>
              </a:ext>
            </a:extLst>
          </p:cNvPr>
          <p:cNvGrpSpPr/>
          <p:nvPr/>
        </p:nvGrpSpPr>
        <p:grpSpPr>
          <a:xfrm>
            <a:off x="1320482" y="4129153"/>
            <a:ext cx="1256089" cy="511681"/>
            <a:chOff x="7438192" y="539507"/>
            <a:chExt cx="1256089" cy="511681"/>
          </a:xfrm>
        </p:grpSpPr>
        <p:sp>
          <p:nvSpPr>
            <p:cNvPr id="4907" name="Google Shape;4907;p45">
              <a:extLst>
                <a:ext uri="{FF2B5EF4-FFF2-40B4-BE49-F238E27FC236}">
                  <a16:creationId xmlns:a16="http://schemas.microsoft.com/office/drawing/2014/main" id="{9754F6B9-2704-A558-123F-4B9600FF6F17}"/>
                </a:ext>
              </a:extLst>
            </p:cNvPr>
            <p:cNvSpPr/>
            <p:nvPr/>
          </p:nvSpPr>
          <p:spPr>
            <a:xfrm>
              <a:off x="7815721"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45">
              <a:extLst>
                <a:ext uri="{FF2B5EF4-FFF2-40B4-BE49-F238E27FC236}">
                  <a16:creationId xmlns:a16="http://schemas.microsoft.com/office/drawing/2014/main" id="{BD2045FA-3E36-882A-B312-BB262593436D}"/>
                </a:ext>
              </a:extLst>
            </p:cNvPr>
            <p:cNvSpPr/>
            <p:nvPr/>
          </p:nvSpPr>
          <p:spPr>
            <a:xfrm>
              <a:off x="8182593" y="539507"/>
              <a:ext cx="511688" cy="511681"/>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45">
              <a:extLst>
                <a:ext uri="{FF2B5EF4-FFF2-40B4-BE49-F238E27FC236}">
                  <a16:creationId xmlns:a16="http://schemas.microsoft.com/office/drawing/2014/main" id="{D5FB44A4-8436-8DF7-09FC-D5A99DBC8941}"/>
                </a:ext>
              </a:extLst>
            </p:cNvPr>
            <p:cNvSpPr/>
            <p:nvPr/>
          </p:nvSpPr>
          <p:spPr>
            <a:xfrm>
              <a:off x="7438546"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45">
              <a:extLst>
                <a:ext uri="{FF2B5EF4-FFF2-40B4-BE49-F238E27FC236}">
                  <a16:creationId xmlns:a16="http://schemas.microsoft.com/office/drawing/2014/main" id="{4DF99D13-D116-9EB9-13A9-0634E5D1B970}"/>
                </a:ext>
              </a:extLst>
            </p:cNvPr>
            <p:cNvSpPr/>
            <p:nvPr/>
          </p:nvSpPr>
          <p:spPr>
            <a:xfrm>
              <a:off x="7815367"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1" name="Google Shape;4911;p45">
              <a:extLst>
                <a:ext uri="{FF2B5EF4-FFF2-40B4-BE49-F238E27FC236}">
                  <a16:creationId xmlns:a16="http://schemas.microsoft.com/office/drawing/2014/main" id="{FAC4160B-CAA5-FE10-43E5-6544538FEABD}"/>
                </a:ext>
              </a:extLst>
            </p:cNvPr>
            <p:cNvSpPr/>
            <p:nvPr/>
          </p:nvSpPr>
          <p:spPr>
            <a:xfrm>
              <a:off x="8182593" y="539507"/>
              <a:ext cx="511334" cy="511326"/>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45">
              <a:extLst>
                <a:ext uri="{FF2B5EF4-FFF2-40B4-BE49-F238E27FC236}">
                  <a16:creationId xmlns:a16="http://schemas.microsoft.com/office/drawing/2014/main" id="{566073ED-286C-0D27-EB95-F85FDFDA47DA}"/>
                </a:ext>
              </a:extLst>
            </p:cNvPr>
            <p:cNvSpPr/>
            <p:nvPr/>
          </p:nvSpPr>
          <p:spPr>
            <a:xfrm>
              <a:off x="7438192"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3" name="Google Shape;4913;p45">
            <a:extLst>
              <a:ext uri="{FF2B5EF4-FFF2-40B4-BE49-F238E27FC236}">
                <a16:creationId xmlns:a16="http://schemas.microsoft.com/office/drawing/2014/main" id="{1D1283D9-11CF-C8BF-CA4F-983360714EB5}"/>
              </a:ext>
            </a:extLst>
          </p:cNvPr>
          <p:cNvGrpSpPr/>
          <p:nvPr/>
        </p:nvGrpSpPr>
        <p:grpSpPr>
          <a:xfrm rot="-627761">
            <a:off x="7302680" y="3741722"/>
            <a:ext cx="920243" cy="838380"/>
            <a:chOff x="5490316" y="1091489"/>
            <a:chExt cx="920218" cy="838358"/>
          </a:xfrm>
        </p:grpSpPr>
        <p:grpSp>
          <p:nvGrpSpPr>
            <p:cNvPr id="4914" name="Google Shape;4914;p45">
              <a:extLst>
                <a:ext uri="{FF2B5EF4-FFF2-40B4-BE49-F238E27FC236}">
                  <a16:creationId xmlns:a16="http://schemas.microsoft.com/office/drawing/2014/main" id="{1C534399-A1EA-BE51-5353-AAC502D921AA}"/>
                </a:ext>
              </a:extLst>
            </p:cNvPr>
            <p:cNvGrpSpPr/>
            <p:nvPr/>
          </p:nvGrpSpPr>
          <p:grpSpPr>
            <a:xfrm>
              <a:off x="5490316" y="1091489"/>
              <a:ext cx="920218" cy="838358"/>
              <a:chOff x="1310300" y="1329825"/>
              <a:chExt cx="599725" cy="546375"/>
            </a:xfrm>
          </p:grpSpPr>
          <p:sp>
            <p:nvSpPr>
              <p:cNvPr id="4915" name="Google Shape;4915;p45">
                <a:extLst>
                  <a:ext uri="{FF2B5EF4-FFF2-40B4-BE49-F238E27FC236}">
                    <a16:creationId xmlns:a16="http://schemas.microsoft.com/office/drawing/2014/main" id="{A4E4D20E-AB65-F12C-D305-A12EE01201BE}"/>
                  </a:ext>
                </a:extLst>
              </p:cNvPr>
              <p:cNvSpPr/>
              <p:nvPr/>
            </p:nvSpPr>
            <p:spPr>
              <a:xfrm>
                <a:off x="1310300" y="1329825"/>
                <a:ext cx="599725" cy="546375"/>
              </a:xfrm>
              <a:custGeom>
                <a:avLst/>
                <a:gdLst/>
                <a:ahLst/>
                <a:cxnLst/>
                <a:rect l="l" t="t" r="r" b="b"/>
                <a:pathLst>
                  <a:path w="23989" h="21855" extrusionOk="0">
                    <a:moveTo>
                      <a:pt x="11994" y="1"/>
                    </a:moveTo>
                    <a:cubicBezTo>
                      <a:pt x="9198" y="1"/>
                      <a:pt x="6402" y="1068"/>
                      <a:pt x="4268" y="3202"/>
                    </a:cubicBezTo>
                    <a:cubicBezTo>
                      <a:pt x="0" y="7470"/>
                      <a:pt x="0" y="14386"/>
                      <a:pt x="4268" y="18654"/>
                    </a:cubicBezTo>
                    <a:cubicBezTo>
                      <a:pt x="6402" y="20788"/>
                      <a:pt x="9198" y="21855"/>
                      <a:pt x="11994" y="21855"/>
                    </a:cubicBezTo>
                    <a:cubicBezTo>
                      <a:pt x="14790" y="21855"/>
                      <a:pt x="17586" y="20788"/>
                      <a:pt x="19720" y="18654"/>
                    </a:cubicBezTo>
                    <a:cubicBezTo>
                      <a:pt x="23988" y="14386"/>
                      <a:pt x="23988" y="7470"/>
                      <a:pt x="19720" y="3202"/>
                    </a:cubicBezTo>
                    <a:cubicBezTo>
                      <a:pt x="17586" y="1068"/>
                      <a:pt x="14790" y="1"/>
                      <a:pt x="11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6" name="Google Shape;4916;p45">
                <a:extLst>
                  <a:ext uri="{FF2B5EF4-FFF2-40B4-BE49-F238E27FC236}">
                    <a16:creationId xmlns:a16="http://schemas.microsoft.com/office/drawing/2014/main" id="{E34E29FC-7705-433E-4109-251EEF2FED6F}"/>
                  </a:ext>
                </a:extLst>
              </p:cNvPr>
              <p:cNvSpPr/>
              <p:nvPr/>
            </p:nvSpPr>
            <p:spPr>
              <a:xfrm>
                <a:off x="1394750" y="1387900"/>
                <a:ext cx="430825" cy="430825"/>
              </a:xfrm>
              <a:custGeom>
                <a:avLst/>
                <a:gdLst/>
                <a:ahLst/>
                <a:cxnLst/>
                <a:rect l="l" t="t" r="r" b="b"/>
                <a:pathLst>
                  <a:path w="17233" h="17233" extrusionOk="0">
                    <a:moveTo>
                      <a:pt x="17232" y="8616"/>
                    </a:moveTo>
                    <a:cubicBezTo>
                      <a:pt x="17232" y="13364"/>
                      <a:pt x="13375" y="17232"/>
                      <a:pt x="8616" y="17232"/>
                    </a:cubicBezTo>
                    <a:cubicBezTo>
                      <a:pt x="3857" y="17232"/>
                      <a:pt x="0" y="13364"/>
                      <a:pt x="0" y="8616"/>
                    </a:cubicBezTo>
                    <a:cubicBezTo>
                      <a:pt x="0" y="3857"/>
                      <a:pt x="3857" y="0"/>
                      <a:pt x="8616" y="0"/>
                    </a:cubicBezTo>
                    <a:cubicBezTo>
                      <a:pt x="13375" y="0"/>
                      <a:pt x="17232" y="3857"/>
                      <a:pt x="17232" y="8616"/>
                    </a:cubicBezTo>
                    <a:close/>
                  </a:path>
                </a:pathLst>
              </a:custGeom>
              <a:gradFill>
                <a:gsLst>
                  <a:gs pos="0">
                    <a:schemeClr val="accent1"/>
                  </a:gs>
                  <a:gs pos="100000">
                    <a:schemeClr val="lt1"/>
                  </a:gs>
                </a:gsLst>
                <a:path path="circle">
                  <a:fillToRect l="50000" t="50000" r="50000" b="50000"/>
                </a:path>
                <a:tileRect/>
              </a:gradFill>
              <a:ln>
                <a:noFill/>
              </a:ln>
              <a:effectLst>
                <a:outerShdw blurRad="57150" dist="47625" dir="486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7" name="Google Shape;4917;p45">
              <a:extLst>
                <a:ext uri="{FF2B5EF4-FFF2-40B4-BE49-F238E27FC236}">
                  <a16:creationId xmlns:a16="http://schemas.microsoft.com/office/drawing/2014/main" id="{F751ED5F-87C7-9119-78E2-AFA017904217}"/>
                </a:ext>
              </a:extLst>
            </p:cNvPr>
            <p:cNvGrpSpPr/>
            <p:nvPr/>
          </p:nvGrpSpPr>
          <p:grpSpPr>
            <a:xfrm>
              <a:off x="5744349" y="1294706"/>
              <a:ext cx="412166" cy="412201"/>
              <a:chOff x="3497300" y="3955025"/>
              <a:chExt cx="295375" cy="295400"/>
            </a:xfrm>
          </p:grpSpPr>
          <p:sp>
            <p:nvSpPr>
              <p:cNvPr id="4918" name="Google Shape;4918;p45">
                <a:extLst>
                  <a:ext uri="{FF2B5EF4-FFF2-40B4-BE49-F238E27FC236}">
                    <a16:creationId xmlns:a16="http://schemas.microsoft.com/office/drawing/2014/main" id="{3C781E76-2139-8645-DE47-058FE7E8BCD2}"/>
                  </a:ext>
                </a:extLst>
              </p:cNvPr>
              <p:cNvSpPr/>
              <p:nvPr/>
            </p:nvSpPr>
            <p:spPr>
              <a:xfrm>
                <a:off x="3660350" y="4035375"/>
                <a:ext cx="132325" cy="155175"/>
              </a:xfrm>
              <a:custGeom>
                <a:avLst/>
                <a:gdLst/>
                <a:ahLst/>
                <a:cxnLst/>
                <a:rect l="l" t="t" r="r" b="b"/>
                <a:pathLst>
                  <a:path w="5293" h="6207" extrusionOk="0">
                    <a:moveTo>
                      <a:pt x="4663" y="0"/>
                    </a:moveTo>
                    <a:lnTo>
                      <a:pt x="0" y="2773"/>
                    </a:lnTo>
                    <a:lnTo>
                      <a:pt x="4127" y="6207"/>
                    </a:lnTo>
                    <a:cubicBezTo>
                      <a:pt x="4852" y="5199"/>
                      <a:pt x="5293" y="4033"/>
                      <a:pt x="5293" y="2678"/>
                    </a:cubicBezTo>
                    <a:cubicBezTo>
                      <a:pt x="5293" y="1733"/>
                      <a:pt x="5041" y="851"/>
                      <a:pt x="46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9" name="Google Shape;4919;p45">
                <a:extLst>
                  <a:ext uri="{FF2B5EF4-FFF2-40B4-BE49-F238E27FC236}">
                    <a16:creationId xmlns:a16="http://schemas.microsoft.com/office/drawing/2014/main" id="{9EB74FA0-D5D9-98EC-DF2E-0B2EE46B1D1F}"/>
                  </a:ext>
                </a:extLst>
              </p:cNvPr>
              <p:cNvSpPr/>
              <p:nvPr/>
            </p:nvSpPr>
            <p:spPr>
              <a:xfrm>
                <a:off x="3653250" y="3955025"/>
                <a:ext cx="114225" cy="133150"/>
              </a:xfrm>
              <a:custGeom>
                <a:avLst/>
                <a:gdLst/>
                <a:ahLst/>
                <a:cxnLst/>
                <a:rect l="l" t="t" r="r" b="b"/>
                <a:pathLst>
                  <a:path w="4569" h="5326" extrusionOk="0">
                    <a:moveTo>
                      <a:pt x="1" y="1"/>
                    </a:moveTo>
                    <a:lnTo>
                      <a:pt x="1" y="5325"/>
                    </a:lnTo>
                    <a:lnTo>
                      <a:pt x="4569" y="2679"/>
                    </a:lnTo>
                    <a:cubicBezTo>
                      <a:pt x="3561" y="1167"/>
                      <a:pt x="1891" y="12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45">
                <a:extLst>
                  <a:ext uri="{FF2B5EF4-FFF2-40B4-BE49-F238E27FC236}">
                    <a16:creationId xmlns:a16="http://schemas.microsoft.com/office/drawing/2014/main" id="{5C8478FC-F0D7-E37F-C2E5-26B39001939C}"/>
                  </a:ext>
                </a:extLst>
              </p:cNvPr>
              <p:cNvSpPr/>
              <p:nvPr/>
            </p:nvSpPr>
            <p:spPr>
              <a:xfrm>
                <a:off x="3497300" y="3955025"/>
                <a:ext cx="256000" cy="295400"/>
              </a:xfrm>
              <a:custGeom>
                <a:avLst/>
                <a:gdLst/>
                <a:ahLst/>
                <a:cxnLst/>
                <a:rect l="l" t="t" r="r" b="b"/>
                <a:pathLst>
                  <a:path w="10240" h="11816" extrusionOk="0">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21" name="Google Shape;4921;p45">
            <a:extLst>
              <a:ext uri="{FF2B5EF4-FFF2-40B4-BE49-F238E27FC236}">
                <a16:creationId xmlns:a16="http://schemas.microsoft.com/office/drawing/2014/main" id="{15830F21-000E-4728-0579-88C47EE277DC}"/>
              </a:ext>
            </a:extLst>
          </p:cNvPr>
          <p:cNvGrpSpPr/>
          <p:nvPr/>
        </p:nvGrpSpPr>
        <p:grpSpPr>
          <a:xfrm>
            <a:off x="7498042" y="539507"/>
            <a:ext cx="878914" cy="511681"/>
            <a:chOff x="4436950" y="1405000"/>
            <a:chExt cx="682175" cy="397175"/>
          </a:xfrm>
        </p:grpSpPr>
        <p:sp>
          <p:nvSpPr>
            <p:cNvPr id="4922" name="Google Shape;4922;p45">
              <a:extLst>
                <a:ext uri="{FF2B5EF4-FFF2-40B4-BE49-F238E27FC236}">
                  <a16:creationId xmlns:a16="http://schemas.microsoft.com/office/drawing/2014/main" id="{B2380D47-64FE-9381-A49E-81A9EFCA592A}"/>
                </a:ext>
              </a:extLst>
            </p:cNvPr>
            <p:cNvSpPr/>
            <p:nvPr/>
          </p:nvSpPr>
          <p:spPr>
            <a:xfrm>
              <a:off x="4437225" y="1405000"/>
              <a:ext cx="397175" cy="397175"/>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45">
              <a:extLst>
                <a:ext uri="{FF2B5EF4-FFF2-40B4-BE49-F238E27FC236}">
                  <a16:creationId xmlns:a16="http://schemas.microsoft.com/office/drawing/2014/main" id="{FD091C2D-65A0-86A2-6BA5-84D8665F5676}"/>
                </a:ext>
              </a:extLst>
            </p:cNvPr>
            <p:cNvSpPr/>
            <p:nvPr/>
          </p:nvSpPr>
          <p:spPr>
            <a:xfrm>
              <a:off x="4721975" y="1405000"/>
              <a:ext cx="397150" cy="397175"/>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45">
              <a:extLst>
                <a:ext uri="{FF2B5EF4-FFF2-40B4-BE49-F238E27FC236}">
                  <a16:creationId xmlns:a16="http://schemas.microsoft.com/office/drawing/2014/main" id="{22926E33-9E4D-587D-3F14-CA99CCC20D4A}"/>
                </a:ext>
              </a:extLst>
            </p:cNvPr>
            <p:cNvSpPr/>
            <p:nvPr/>
          </p:nvSpPr>
          <p:spPr>
            <a:xfrm>
              <a:off x="4436950" y="1405000"/>
              <a:ext cx="396875" cy="396900"/>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5" name="Google Shape;4925;p45">
              <a:extLst>
                <a:ext uri="{FF2B5EF4-FFF2-40B4-BE49-F238E27FC236}">
                  <a16:creationId xmlns:a16="http://schemas.microsoft.com/office/drawing/2014/main" id="{25800443-281A-195A-9FC3-5730CCA71B09}"/>
                </a:ext>
              </a:extLst>
            </p:cNvPr>
            <p:cNvSpPr/>
            <p:nvPr/>
          </p:nvSpPr>
          <p:spPr>
            <a:xfrm>
              <a:off x="4721975" y="1405000"/>
              <a:ext cx="396875" cy="396900"/>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724907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03">
          <a:extLst>
            <a:ext uri="{FF2B5EF4-FFF2-40B4-BE49-F238E27FC236}">
              <a16:creationId xmlns:a16="http://schemas.microsoft.com/office/drawing/2014/main" id="{912C54D6-281F-0BB2-25A1-D017A0FD26F3}"/>
            </a:ext>
          </a:extLst>
        </p:cNvPr>
        <p:cNvGrpSpPr/>
        <p:nvPr/>
      </p:nvGrpSpPr>
      <p:grpSpPr>
        <a:xfrm>
          <a:off x="0" y="0"/>
          <a:ext cx="0" cy="0"/>
          <a:chOff x="0" y="0"/>
          <a:chExt cx="0" cy="0"/>
        </a:xfrm>
      </p:grpSpPr>
      <p:sp>
        <p:nvSpPr>
          <p:cNvPr id="4904" name="Google Shape;4904;p45">
            <a:extLst>
              <a:ext uri="{FF2B5EF4-FFF2-40B4-BE49-F238E27FC236}">
                <a16:creationId xmlns:a16="http://schemas.microsoft.com/office/drawing/2014/main" id="{F0795598-1D4D-CAAA-3EAA-C2820C8E3FF3}"/>
              </a:ext>
            </a:extLst>
          </p:cNvPr>
          <p:cNvSpPr txBox="1">
            <a:spLocks noGrp="1"/>
          </p:cNvSpPr>
          <p:nvPr>
            <p:ph type="title"/>
          </p:nvPr>
        </p:nvSpPr>
        <p:spPr>
          <a:xfrm>
            <a:off x="971552" y="380832"/>
            <a:ext cx="3423656" cy="641412"/>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pt-BR" sz="2800" dirty="0"/>
              <a:t>BANCO DE DADOS</a:t>
            </a:r>
            <a:endParaRPr sz="2800" dirty="0">
              <a:solidFill>
                <a:schemeClr val="dk2"/>
              </a:solidFill>
            </a:endParaRPr>
          </a:p>
        </p:txBody>
      </p:sp>
      <p:sp>
        <p:nvSpPr>
          <p:cNvPr id="4905" name="Google Shape;4905;p45">
            <a:extLst>
              <a:ext uri="{FF2B5EF4-FFF2-40B4-BE49-F238E27FC236}">
                <a16:creationId xmlns:a16="http://schemas.microsoft.com/office/drawing/2014/main" id="{8A7743DB-D3BB-7780-8E7C-76BC4605DD5E}"/>
              </a:ext>
            </a:extLst>
          </p:cNvPr>
          <p:cNvSpPr txBox="1">
            <a:spLocks noGrp="1"/>
          </p:cNvSpPr>
          <p:nvPr>
            <p:ph type="body" idx="1"/>
          </p:nvPr>
        </p:nvSpPr>
        <p:spPr>
          <a:xfrm>
            <a:off x="1012479" y="1126459"/>
            <a:ext cx="2007368" cy="1535934"/>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Clr>
                <a:schemeClr val="dk1"/>
              </a:buClr>
              <a:buSzPts val="1100"/>
              <a:buFont typeface="Arial"/>
              <a:buNone/>
            </a:pPr>
            <a:r>
              <a:rPr lang="pt-BR" dirty="0" err="1">
                <a:solidFill>
                  <a:schemeClr val="tx1"/>
                </a:solidFill>
              </a:rPr>
              <a:t>Sqlalchemy</a:t>
            </a:r>
            <a:endParaRPr lang="pt-BR" dirty="0">
              <a:solidFill>
                <a:schemeClr val="tx1"/>
              </a:solidFill>
            </a:endParaRPr>
          </a:p>
          <a:p>
            <a:pPr marL="0" lvl="0" indent="0" algn="l" rtl="0">
              <a:spcBef>
                <a:spcPts val="0"/>
              </a:spcBef>
              <a:spcAft>
                <a:spcPts val="1200"/>
              </a:spcAft>
              <a:buClr>
                <a:schemeClr val="dk1"/>
              </a:buClr>
              <a:buSzPts val="1100"/>
              <a:buFont typeface="Arial"/>
              <a:buNone/>
            </a:pPr>
            <a:r>
              <a:rPr lang="pt-BR" dirty="0">
                <a:solidFill>
                  <a:schemeClr val="tx1"/>
                </a:solidFill>
              </a:rPr>
              <a:t>MySQL Server</a:t>
            </a:r>
          </a:p>
          <a:p>
            <a:pPr marL="0" lvl="0" indent="0" algn="l" rtl="0">
              <a:spcBef>
                <a:spcPts val="0"/>
              </a:spcBef>
              <a:spcAft>
                <a:spcPts val="1200"/>
              </a:spcAft>
              <a:buClr>
                <a:schemeClr val="dk1"/>
              </a:buClr>
              <a:buSzPts val="1100"/>
              <a:buFont typeface="Arial"/>
              <a:buNone/>
            </a:pPr>
            <a:r>
              <a:rPr lang="pt-BR" dirty="0">
                <a:solidFill>
                  <a:schemeClr val="tx1"/>
                </a:solidFill>
              </a:rPr>
              <a:t>Maria DB</a:t>
            </a:r>
            <a:endParaRPr lang="en" dirty="0">
              <a:solidFill>
                <a:srgbClr val="D1BA97"/>
              </a:solidFill>
            </a:endParaRPr>
          </a:p>
          <a:p>
            <a:pPr marL="0" lvl="0" indent="0" algn="l" rtl="0">
              <a:spcBef>
                <a:spcPts val="0"/>
              </a:spcBef>
              <a:spcAft>
                <a:spcPts val="1200"/>
              </a:spcAft>
              <a:buClr>
                <a:schemeClr val="dk1"/>
              </a:buClr>
              <a:buSzPts val="1100"/>
              <a:buFont typeface="Arial"/>
              <a:buNone/>
            </a:pPr>
            <a:endParaRPr lang="en" dirty="0"/>
          </a:p>
        </p:txBody>
      </p:sp>
      <p:grpSp>
        <p:nvGrpSpPr>
          <p:cNvPr id="4906" name="Google Shape;4906;p45">
            <a:extLst>
              <a:ext uri="{FF2B5EF4-FFF2-40B4-BE49-F238E27FC236}">
                <a16:creationId xmlns:a16="http://schemas.microsoft.com/office/drawing/2014/main" id="{FDA64284-5D2E-C021-DC1E-034E0560C4A4}"/>
              </a:ext>
            </a:extLst>
          </p:cNvPr>
          <p:cNvGrpSpPr/>
          <p:nvPr/>
        </p:nvGrpSpPr>
        <p:grpSpPr>
          <a:xfrm>
            <a:off x="1320482" y="4129153"/>
            <a:ext cx="1256089" cy="511681"/>
            <a:chOff x="7438192" y="539507"/>
            <a:chExt cx="1256089" cy="511681"/>
          </a:xfrm>
        </p:grpSpPr>
        <p:sp>
          <p:nvSpPr>
            <p:cNvPr id="4907" name="Google Shape;4907;p45">
              <a:extLst>
                <a:ext uri="{FF2B5EF4-FFF2-40B4-BE49-F238E27FC236}">
                  <a16:creationId xmlns:a16="http://schemas.microsoft.com/office/drawing/2014/main" id="{A9B0B914-CA27-A6EE-B764-91C3CFA26A63}"/>
                </a:ext>
              </a:extLst>
            </p:cNvPr>
            <p:cNvSpPr/>
            <p:nvPr/>
          </p:nvSpPr>
          <p:spPr>
            <a:xfrm>
              <a:off x="7815721"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45">
              <a:extLst>
                <a:ext uri="{FF2B5EF4-FFF2-40B4-BE49-F238E27FC236}">
                  <a16:creationId xmlns:a16="http://schemas.microsoft.com/office/drawing/2014/main" id="{F44F7009-52A0-FFC4-BB23-4BB414394C27}"/>
                </a:ext>
              </a:extLst>
            </p:cNvPr>
            <p:cNvSpPr/>
            <p:nvPr/>
          </p:nvSpPr>
          <p:spPr>
            <a:xfrm>
              <a:off x="8182593" y="539507"/>
              <a:ext cx="511688" cy="511681"/>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45">
              <a:extLst>
                <a:ext uri="{FF2B5EF4-FFF2-40B4-BE49-F238E27FC236}">
                  <a16:creationId xmlns:a16="http://schemas.microsoft.com/office/drawing/2014/main" id="{7988DF74-84AD-3795-F3C4-981D4B53C228}"/>
                </a:ext>
              </a:extLst>
            </p:cNvPr>
            <p:cNvSpPr/>
            <p:nvPr/>
          </p:nvSpPr>
          <p:spPr>
            <a:xfrm>
              <a:off x="7438546"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45">
              <a:extLst>
                <a:ext uri="{FF2B5EF4-FFF2-40B4-BE49-F238E27FC236}">
                  <a16:creationId xmlns:a16="http://schemas.microsoft.com/office/drawing/2014/main" id="{73A6CAA5-E322-52A7-BCA5-6A89E61E6435}"/>
                </a:ext>
              </a:extLst>
            </p:cNvPr>
            <p:cNvSpPr/>
            <p:nvPr/>
          </p:nvSpPr>
          <p:spPr>
            <a:xfrm>
              <a:off x="7815367"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1" name="Google Shape;4911;p45">
              <a:extLst>
                <a:ext uri="{FF2B5EF4-FFF2-40B4-BE49-F238E27FC236}">
                  <a16:creationId xmlns:a16="http://schemas.microsoft.com/office/drawing/2014/main" id="{C10B0FC2-51E4-5CD3-0D5F-DD6BB082D2B6}"/>
                </a:ext>
              </a:extLst>
            </p:cNvPr>
            <p:cNvSpPr/>
            <p:nvPr/>
          </p:nvSpPr>
          <p:spPr>
            <a:xfrm>
              <a:off x="8182593" y="539507"/>
              <a:ext cx="511334" cy="511326"/>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45">
              <a:extLst>
                <a:ext uri="{FF2B5EF4-FFF2-40B4-BE49-F238E27FC236}">
                  <a16:creationId xmlns:a16="http://schemas.microsoft.com/office/drawing/2014/main" id="{4DF639CF-7BAF-44EB-99D0-7C16652C0F73}"/>
                </a:ext>
              </a:extLst>
            </p:cNvPr>
            <p:cNvSpPr/>
            <p:nvPr/>
          </p:nvSpPr>
          <p:spPr>
            <a:xfrm>
              <a:off x="7438192"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3" name="Google Shape;4913;p45">
            <a:extLst>
              <a:ext uri="{FF2B5EF4-FFF2-40B4-BE49-F238E27FC236}">
                <a16:creationId xmlns:a16="http://schemas.microsoft.com/office/drawing/2014/main" id="{44A6818B-0A86-EC8E-8A5D-3385C1CDA2D2}"/>
              </a:ext>
            </a:extLst>
          </p:cNvPr>
          <p:cNvGrpSpPr/>
          <p:nvPr/>
        </p:nvGrpSpPr>
        <p:grpSpPr>
          <a:xfrm rot="-627761">
            <a:off x="7302680" y="3741722"/>
            <a:ext cx="920243" cy="838380"/>
            <a:chOff x="5490316" y="1091489"/>
            <a:chExt cx="920218" cy="838358"/>
          </a:xfrm>
        </p:grpSpPr>
        <p:grpSp>
          <p:nvGrpSpPr>
            <p:cNvPr id="4914" name="Google Shape;4914;p45">
              <a:extLst>
                <a:ext uri="{FF2B5EF4-FFF2-40B4-BE49-F238E27FC236}">
                  <a16:creationId xmlns:a16="http://schemas.microsoft.com/office/drawing/2014/main" id="{B582CFE1-A400-635D-8992-6C50A5491187}"/>
                </a:ext>
              </a:extLst>
            </p:cNvPr>
            <p:cNvGrpSpPr/>
            <p:nvPr/>
          </p:nvGrpSpPr>
          <p:grpSpPr>
            <a:xfrm>
              <a:off x="5490316" y="1091489"/>
              <a:ext cx="920218" cy="838358"/>
              <a:chOff x="1310300" y="1329825"/>
              <a:chExt cx="599725" cy="546375"/>
            </a:xfrm>
          </p:grpSpPr>
          <p:sp>
            <p:nvSpPr>
              <p:cNvPr id="4915" name="Google Shape;4915;p45">
                <a:extLst>
                  <a:ext uri="{FF2B5EF4-FFF2-40B4-BE49-F238E27FC236}">
                    <a16:creationId xmlns:a16="http://schemas.microsoft.com/office/drawing/2014/main" id="{37CBB2AE-8262-D873-BEAD-F4AB1D8D6495}"/>
                  </a:ext>
                </a:extLst>
              </p:cNvPr>
              <p:cNvSpPr/>
              <p:nvPr/>
            </p:nvSpPr>
            <p:spPr>
              <a:xfrm>
                <a:off x="1310300" y="1329825"/>
                <a:ext cx="599725" cy="546375"/>
              </a:xfrm>
              <a:custGeom>
                <a:avLst/>
                <a:gdLst/>
                <a:ahLst/>
                <a:cxnLst/>
                <a:rect l="l" t="t" r="r" b="b"/>
                <a:pathLst>
                  <a:path w="23989" h="21855" extrusionOk="0">
                    <a:moveTo>
                      <a:pt x="11994" y="1"/>
                    </a:moveTo>
                    <a:cubicBezTo>
                      <a:pt x="9198" y="1"/>
                      <a:pt x="6402" y="1068"/>
                      <a:pt x="4268" y="3202"/>
                    </a:cubicBezTo>
                    <a:cubicBezTo>
                      <a:pt x="0" y="7470"/>
                      <a:pt x="0" y="14386"/>
                      <a:pt x="4268" y="18654"/>
                    </a:cubicBezTo>
                    <a:cubicBezTo>
                      <a:pt x="6402" y="20788"/>
                      <a:pt x="9198" y="21855"/>
                      <a:pt x="11994" y="21855"/>
                    </a:cubicBezTo>
                    <a:cubicBezTo>
                      <a:pt x="14790" y="21855"/>
                      <a:pt x="17586" y="20788"/>
                      <a:pt x="19720" y="18654"/>
                    </a:cubicBezTo>
                    <a:cubicBezTo>
                      <a:pt x="23988" y="14386"/>
                      <a:pt x="23988" y="7470"/>
                      <a:pt x="19720" y="3202"/>
                    </a:cubicBezTo>
                    <a:cubicBezTo>
                      <a:pt x="17586" y="1068"/>
                      <a:pt x="14790" y="1"/>
                      <a:pt x="11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6" name="Google Shape;4916;p45">
                <a:extLst>
                  <a:ext uri="{FF2B5EF4-FFF2-40B4-BE49-F238E27FC236}">
                    <a16:creationId xmlns:a16="http://schemas.microsoft.com/office/drawing/2014/main" id="{BC2FDEA4-E5B8-4A4D-726C-67FAD47D5D90}"/>
                  </a:ext>
                </a:extLst>
              </p:cNvPr>
              <p:cNvSpPr/>
              <p:nvPr/>
            </p:nvSpPr>
            <p:spPr>
              <a:xfrm>
                <a:off x="1394750" y="1387900"/>
                <a:ext cx="430825" cy="430825"/>
              </a:xfrm>
              <a:custGeom>
                <a:avLst/>
                <a:gdLst/>
                <a:ahLst/>
                <a:cxnLst/>
                <a:rect l="l" t="t" r="r" b="b"/>
                <a:pathLst>
                  <a:path w="17233" h="17233" extrusionOk="0">
                    <a:moveTo>
                      <a:pt x="17232" y="8616"/>
                    </a:moveTo>
                    <a:cubicBezTo>
                      <a:pt x="17232" y="13364"/>
                      <a:pt x="13375" y="17232"/>
                      <a:pt x="8616" y="17232"/>
                    </a:cubicBezTo>
                    <a:cubicBezTo>
                      <a:pt x="3857" y="17232"/>
                      <a:pt x="0" y="13364"/>
                      <a:pt x="0" y="8616"/>
                    </a:cubicBezTo>
                    <a:cubicBezTo>
                      <a:pt x="0" y="3857"/>
                      <a:pt x="3857" y="0"/>
                      <a:pt x="8616" y="0"/>
                    </a:cubicBezTo>
                    <a:cubicBezTo>
                      <a:pt x="13375" y="0"/>
                      <a:pt x="17232" y="3857"/>
                      <a:pt x="17232" y="8616"/>
                    </a:cubicBezTo>
                    <a:close/>
                  </a:path>
                </a:pathLst>
              </a:custGeom>
              <a:gradFill>
                <a:gsLst>
                  <a:gs pos="0">
                    <a:schemeClr val="accent1"/>
                  </a:gs>
                  <a:gs pos="100000">
                    <a:schemeClr val="lt1"/>
                  </a:gs>
                </a:gsLst>
                <a:path path="circle">
                  <a:fillToRect l="50000" t="50000" r="50000" b="50000"/>
                </a:path>
                <a:tileRect/>
              </a:gradFill>
              <a:ln>
                <a:noFill/>
              </a:ln>
              <a:effectLst>
                <a:outerShdw blurRad="57150" dist="47625" dir="486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7" name="Google Shape;4917;p45">
              <a:extLst>
                <a:ext uri="{FF2B5EF4-FFF2-40B4-BE49-F238E27FC236}">
                  <a16:creationId xmlns:a16="http://schemas.microsoft.com/office/drawing/2014/main" id="{5889420B-5E1E-A19F-2917-7D1705CDEFEF}"/>
                </a:ext>
              </a:extLst>
            </p:cNvPr>
            <p:cNvGrpSpPr/>
            <p:nvPr/>
          </p:nvGrpSpPr>
          <p:grpSpPr>
            <a:xfrm>
              <a:off x="5744349" y="1294706"/>
              <a:ext cx="412166" cy="412201"/>
              <a:chOff x="3497300" y="3955025"/>
              <a:chExt cx="295375" cy="295400"/>
            </a:xfrm>
          </p:grpSpPr>
          <p:sp>
            <p:nvSpPr>
              <p:cNvPr id="4918" name="Google Shape;4918;p45">
                <a:extLst>
                  <a:ext uri="{FF2B5EF4-FFF2-40B4-BE49-F238E27FC236}">
                    <a16:creationId xmlns:a16="http://schemas.microsoft.com/office/drawing/2014/main" id="{D1911E5A-9186-148C-BE7A-C0DAECD3E7B5}"/>
                  </a:ext>
                </a:extLst>
              </p:cNvPr>
              <p:cNvSpPr/>
              <p:nvPr/>
            </p:nvSpPr>
            <p:spPr>
              <a:xfrm>
                <a:off x="3660350" y="4035375"/>
                <a:ext cx="132325" cy="155175"/>
              </a:xfrm>
              <a:custGeom>
                <a:avLst/>
                <a:gdLst/>
                <a:ahLst/>
                <a:cxnLst/>
                <a:rect l="l" t="t" r="r" b="b"/>
                <a:pathLst>
                  <a:path w="5293" h="6207" extrusionOk="0">
                    <a:moveTo>
                      <a:pt x="4663" y="0"/>
                    </a:moveTo>
                    <a:lnTo>
                      <a:pt x="0" y="2773"/>
                    </a:lnTo>
                    <a:lnTo>
                      <a:pt x="4127" y="6207"/>
                    </a:lnTo>
                    <a:cubicBezTo>
                      <a:pt x="4852" y="5199"/>
                      <a:pt x="5293" y="4033"/>
                      <a:pt x="5293" y="2678"/>
                    </a:cubicBezTo>
                    <a:cubicBezTo>
                      <a:pt x="5293" y="1733"/>
                      <a:pt x="5041" y="851"/>
                      <a:pt x="46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9" name="Google Shape;4919;p45">
                <a:extLst>
                  <a:ext uri="{FF2B5EF4-FFF2-40B4-BE49-F238E27FC236}">
                    <a16:creationId xmlns:a16="http://schemas.microsoft.com/office/drawing/2014/main" id="{5E3C8AB5-1D5A-FEC9-21FC-7005DC394879}"/>
                  </a:ext>
                </a:extLst>
              </p:cNvPr>
              <p:cNvSpPr/>
              <p:nvPr/>
            </p:nvSpPr>
            <p:spPr>
              <a:xfrm>
                <a:off x="3653250" y="3955025"/>
                <a:ext cx="114225" cy="133150"/>
              </a:xfrm>
              <a:custGeom>
                <a:avLst/>
                <a:gdLst/>
                <a:ahLst/>
                <a:cxnLst/>
                <a:rect l="l" t="t" r="r" b="b"/>
                <a:pathLst>
                  <a:path w="4569" h="5326" extrusionOk="0">
                    <a:moveTo>
                      <a:pt x="1" y="1"/>
                    </a:moveTo>
                    <a:lnTo>
                      <a:pt x="1" y="5325"/>
                    </a:lnTo>
                    <a:lnTo>
                      <a:pt x="4569" y="2679"/>
                    </a:lnTo>
                    <a:cubicBezTo>
                      <a:pt x="3561" y="1167"/>
                      <a:pt x="1891" y="12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45">
                <a:extLst>
                  <a:ext uri="{FF2B5EF4-FFF2-40B4-BE49-F238E27FC236}">
                    <a16:creationId xmlns:a16="http://schemas.microsoft.com/office/drawing/2014/main" id="{03AAE0D9-2CFD-8198-B8A6-AEB3ECE42533}"/>
                  </a:ext>
                </a:extLst>
              </p:cNvPr>
              <p:cNvSpPr/>
              <p:nvPr/>
            </p:nvSpPr>
            <p:spPr>
              <a:xfrm>
                <a:off x="3497300" y="3955025"/>
                <a:ext cx="256000" cy="295400"/>
              </a:xfrm>
              <a:custGeom>
                <a:avLst/>
                <a:gdLst/>
                <a:ahLst/>
                <a:cxnLst/>
                <a:rect l="l" t="t" r="r" b="b"/>
                <a:pathLst>
                  <a:path w="10240" h="11816" extrusionOk="0">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Google Shape;4904;p45">
            <a:extLst>
              <a:ext uri="{FF2B5EF4-FFF2-40B4-BE49-F238E27FC236}">
                <a16:creationId xmlns:a16="http://schemas.microsoft.com/office/drawing/2014/main" id="{62BDF318-DE95-1A76-B039-1C808DDA8EFF}"/>
              </a:ext>
            </a:extLst>
          </p:cNvPr>
          <p:cNvSpPr txBox="1">
            <a:spLocks/>
          </p:cNvSpPr>
          <p:nvPr/>
        </p:nvSpPr>
        <p:spPr>
          <a:xfrm>
            <a:off x="4548035" y="380832"/>
            <a:ext cx="3423656" cy="64141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Poppins ExtraBold"/>
              <a:buNone/>
              <a:defRPr sz="4000" b="0" i="0" u="none" strike="noStrike" cap="none">
                <a:solidFill>
                  <a:schemeClr val="dk1"/>
                </a:solidFill>
                <a:latin typeface="Poppins ExtraBold"/>
                <a:ea typeface="Poppins ExtraBold"/>
                <a:cs typeface="Poppins ExtraBold"/>
                <a:sym typeface="Poppins ExtraBold"/>
              </a:defRPr>
            </a:lvl1pPr>
            <a:lvl2pPr marR="0" lvl="1" algn="l" rtl="0">
              <a:lnSpc>
                <a:spcPct val="100000"/>
              </a:lnSpc>
              <a:spcBef>
                <a:spcPts val="0"/>
              </a:spcBef>
              <a:spcAft>
                <a:spcPts val="0"/>
              </a:spcAft>
              <a:buClr>
                <a:schemeClr val="dk1"/>
              </a:buClr>
              <a:buSzPts val="2600"/>
              <a:buFont typeface="Poppins ExtraBold"/>
              <a:buNone/>
              <a:defRPr sz="2600" b="0" i="0" u="none" strike="noStrike" cap="none">
                <a:solidFill>
                  <a:schemeClr val="dk1"/>
                </a:solidFill>
                <a:latin typeface="Poppins ExtraBold"/>
                <a:ea typeface="Poppins ExtraBold"/>
                <a:cs typeface="Poppins ExtraBold"/>
                <a:sym typeface="Poppins ExtraBold"/>
              </a:defRPr>
            </a:lvl2pPr>
            <a:lvl3pPr marR="0" lvl="2" algn="l" rtl="0">
              <a:lnSpc>
                <a:spcPct val="100000"/>
              </a:lnSpc>
              <a:spcBef>
                <a:spcPts val="0"/>
              </a:spcBef>
              <a:spcAft>
                <a:spcPts val="0"/>
              </a:spcAft>
              <a:buClr>
                <a:schemeClr val="dk1"/>
              </a:buClr>
              <a:buSzPts val="2600"/>
              <a:buFont typeface="Poppins ExtraBold"/>
              <a:buNone/>
              <a:defRPr sz="2600" b="0" i="0" u="none" strike="noStrike" cap="none">
                <a:solidFill>
                  <a:schemeClr val="dk1"/>
                </a:solidFill>
                <a:latin typeface="Poppins ExtraBold"/>
                <a:ea typeface="Poppins ExtraBold"/>
                <a:cs typeface="Poppins ExtraBold"/>
                <a:sym typeface="Poppins ExtraBold"/>
              </a:defRPr>
            </a:lvl3pPr>
            <a:lvl4pPr marR="0" lvl="3" algn="l" rtl="0">
              <a:lnSpc>
                <a:spcPct val="100000"/>
              </a:lnSpc>
              <a:spcBef>
                <a:spcPts val="0"/>
              </a:spcBef>
              <a:spcAft>
                <a:spcPts val="0"/>
              </a:spcAft>
              <a:buClr>
                <a:schemeClr val="dk1"/>
              </a:buClr>
              <a:buSzPts val="2600"/>
              <a:buFont typeface="Poppins ExtraBold"/>
              <a:buNone/>
              <a:defRPr sz="2600" b="0" i="0" u="none" strike="noStrike" cap="none">
                <a:solidFill>
                  <a:schemeClr val="dk1"/>
                </a:solidFill>
                <a:latin typeface="Poppins ExtraBold"/>
                <a:ea typeface="Poppins ExtraBold"/>
                <a:cs typeface="Poppins ExtraBold"/>
                <a:sym typeface="Poppins ExtraBold"/>
              </a:defRPr>
            </a:lvl4pPr>
            <a:lvl5pPr marR="0" lvl="4" algn="l" rtl="0">
              <a:lnSpc>
                <a:spcPct val="100000"/>
              </a:lnSpc>
              <a:spcBef>
                <a:spcPts val="0"/>
              </a:spcBef>
              <a:spcAft>
                <a:spcPts val="0"/>
              </a:spcAft>
              <a:buClr>
                <a:schemeClr val="dk1"/>
              </a:buClr>
              <a:buSzPts val="2600"/>
              <a:buFont typeface="Poppins ExtraBold"/>
              <a:buNone/>
              <a:defRPr sz="2600" b="0" i="0" u="none" strike="noStrike" cap="none">
                <a:solidFill>
                  <a:schemeClr val="dk1"/>
                </a:solidFill>
                <a:latin typeface="Poppins ExtraBold"/>
                <a:ea typeface="Poppins ExtraBold"/>
                <a:cs typeface="Poppins ExtraBold"/>
                <a:sym typeface="Poppins ExtraBold"/>
              </a:defRPr>
            </a:lvl5pPr>
            <a:lvl6pPr marR="0" lvl="5" algn="l" rtl="0">
              <a:lnSpc>
                <a:spcPct val="100000"/>
              </a:lnSpc>
              <a:spcBef>
                <a:spcPts val="0"/>
              </a:spcBef>
              <a:spcAft>
                <a:spcPts val="0"/>
              </a:spcAft>
              <a:buClr>
                <a:schemeClr val="dk1"/>
              </a:buClr>
              <a:buSzPts val="2600"/>
              <a:buFont typeface="Poppins ExtraBold"/>
              <a:buNone/>
              <a:defRPr sz="2600" b="0" i="0" u="none" strike="noStrike" cap="none">
                <a:solidFill>
                  <a:schemeClr val="dk1"/>
                </a:solidFill>
                <a:latin typeface="Poppins ExtraBold"/>
                <a:ea typeface="Poppins ExtraBold"/>
                <a:cs typeface="Poppins ExtraBold"/>
                <a:sym typeface="Poppins ExtraBold"/>
              </a:defRPr>
            </a:lvl6pPr>
            <a:lvl7pPr marR="0" lvl="6" algn="l" rtl="0">
              <a:lnSpc>
                <a:spcPct val="100000"/>
              </a:lnSpc>
              <a:spcBef>
                <a:spcPts val="0"/>
              </a:spcBef>
              <a:spcAft>
                <a:spcPts val="0"/>
              </a:spcAft>
              <a:buClr>
                <a:schemeClr val="dk1"/>
              </a:buClr>
              <a:buSzPts val="2600"/>
              <a:buFont typeface="Poppins ExtraBold"/>
              <a:buNone/>
              <a:defRPr sz="2600" b="0" i="0" u="none" strike="noStrike" cap="none">
                <a:solidFill>
                  <a:schemeClr val="dk1"/>
                </a:solidFill>
                <a:latin typeface="Poppins ExtraBold"/>
                <a:ea typeface="Poppins ExtraBold"/>
                <a:cs typeface="Poppins ExtraBold"/>
                <a:sym typeface="Poppins ExtraBold"/>
              </a:defRPr>
            </a:lvl7pPr>
            <a:lvl8pPr marR="0" lvl="7" algn="l" rtl="0">
              <a:lnSpc>
                <a:spcPct val="100000"/>
              </a:lnSpc>
              <a:spcBef>
                <a:spcPts val="0"/>
              </a:spcBef>
              <a:spcAft>
                <a:spcPts val="0"/>
              </a:spcAft>
              <a:buClr>
                <a:schemeClr val="dk1"/>
              </a:buClr>
              <a:buSzPts val="2600"/>
              <a:buFont typeface="Poppins ExtraBold"/>
              <a:buNone/>
              <a:defRPr sz="2600" b="0" i="0" u="none" strike="noStrike" cap="none">
                <a:solidFill>
                  <a:schemeClr val="dk1"/>
                </a:solidFill>
                <a:latin typeface="Poppins ExtraBold"/>
                <a:ea typeface="Poppins ExtraBold"/>
                <a:cs typeface="Poppins ExtraBold"/>
                <a:sym typeface="Poppins ExtraBold"/>
              </a:defRPr>
            </a:lvl8pPr>
            <a:lvl9pPr marR="0" lvl="8" algn="l" rtl="0">
              <a:lnSpc>
                <a:spcPct val="100000"/>
              </a:lnSpc>
              <a:spcBef>
                <a:spcPts val="0"/>
              </a:spcBef>
              <a:spcAft>
                <a:spcPts val="0"/>
              </a:spcAft>
              <a:buClr>
                <a:schemeClr val="dk1"/>
              </a:buClr>
              <a:buSzPts val="2600"/>
              <a:buFont typeface="Poppins ExtraBold"/>
              <a:buNone/>
              <a:defRPr sz="2600" b="0" i="0" u="none" strike="noStrike" cap="none">
                <a:solidFill>
                  <a:schemeClr val="dk1"/>
                </a:solidFill>
                <a:latin typeface="Poppins ExtraBold"/>
                <a:ea typeface="Poppins ExtraBold"/>
                <a:cs typeface="Poppins ExtraBold"/>
                <a:sym typeface="Poppins ExtraBold"/>
              </a:defRPr>
            </a:lvl9pPr>
          </a:lstStyle>
          <a:p>
            <a:pPr algn="r"/>
            <a:r>
              <a:rPr lang="pt-BR" sz="2800" dirty="0">
                <a:solidFill>
                  <a:srgbClr val="D1BA97"/>
                </a:solidFill>
              </a:rPr>
              <a:t>DASHBOARD</a:t>
            </a:r>
          </a:p>
        </p:txBody>
      </p:sp>
      <p:sp>
        <p:nvSpPr>
          <p:cNvPr id="3" name="Google Shape;4905;p45">
            <a:extLst>
              <a:ext uri="{FF2B5EF4-FFF2-40B4-BE49-F238E27FC236}">
                <a16:creationId xmlns:a16="http://schemas.microsoft.com/office/drawing/2014/main" id="{1AFC7F0D-7450-1D5F-12B5-8E985E5F12E5}"/>
              </a:ext>
            </a:extLst>
          </p:cNvPr>
          <p:cNvSpPr txBox="1">
            <a:spLocks/>
          </p:cNvSpPr>
          <p:nvPr/>
        </p:nvSpPr>
        <p:spPr>
          <a:xfrm>
            <a:off x="6778618" y="1022244"/>
            <a:ext cx="1193073" cy="5785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Open Sans"/>
              <a:buChar char="●"/>
              <a:defRPr sz="1600" b="0" i="0" u="none" strike="noStrike" cap="none">
                <a:solidFill>
                  <a:schemeClr val="dk1"/>
                </a:solidFill>
                <a:latin typeface="Poppins"/>
                <a:ea typeface="Poppins"/>
                <a:cs typeface="Poppins"/>
                <a:sym typeface="Poppins"/>
              </a:defRPr>
            </a:lvl1pPr>
            <a:lvl2pPr marL="914400" marR="0" lvl="1" indent="-279400" algn="l" rtl="0">
              <a:lnSpc>
                <a:spcPct val="115000"/>
              </a:lnSpc>
              <a:spcBef>
                <a:spcPts val="0"/>
              </a:spcBef>
              <a:spcAft>
                <a:spcPts val="0"/>
              </a:spcAft>
              <a:buClr>
                <a:schemeClr val="dk1"/>
              </a:buClr>
              <a:buSzPts val="800"/>
              <a:buFont typeface="Open Sans"/>
              <a:buChar char="○"/>
              <a:defRPr sz="1400" b="0" i="0" u="none" strike="noStrike" cap="none">
                <a:solidFill>
                  <a:schemeClr val="dk1"/>
                </a:solidFill>
                <a:latin typeface="Poppins"/>
                <a:ea typeface="Poppins"/>
                <a:cs typeface="Poppins"/>
                <a:sym typeface="Poppins"/>
              </a:defRPr>
            </a:lvl2pPr>
            <a:lvl3pPr marL="1371600" marR="0" lvl="2" indent="-279400" algn="l" rtl="0">
              <a:lnSpc>
                <a:spcPct val="115000"/>
              </a:lnSpc>
              <a:spcBef>
                <a:spcPts val="0"/>
              </a:spcBef>
              <a:spcAft>
                <a:spcPts val="0"/>
              </a:spcAft>
              <a:buClr>
                <a:schemeClr val="dk1"/>
              </a:buClr>
              <a:buSzPts val="800"/>
              <a:buFont typeface="Open Sans"/>
              <a:buChar char="■"/>
              <a:defRPr sz="1400" b="0" i="0" u="none" strike="noStrike" cap="none">
                <a:solidFill>
                  <a:schemeClr val="dk1"/>
                </a:solidFill>
                <a:latin typeface="Poppins"/>
                <a:ea typeface="Poppins"/>
                <a:cs typeface="Poppins"/>
                <a:sym typeface="Poppins"/>
              </a:defRPr>
            </a:lvl3pPr>
            <a:lvl4pPr marL="1828800" marR="0" lvl="3" indent="-279400" algn="l" rtl="0">
              <a:lnSpc>
                <a:spcPct val="115000"/>
              </a:lnSpc>
              <a:spcBef>
                <a:spcPts val="0"/>
              </a:spcBef>
              <a:spcAft>
                <a:spcPts val="0"/>
              </a:spcAft>
              <a:buClr>
                <a:schemeClr val="dk1"/>
              </a:buClr>
              <a:buSzPts val="800"/>
              <a:buFont typeface="Open Sans"/>
              <a:buChar char="●"/>
              <a:defRPr sz="1400" b="0" i="0" u="none" strike="noStrike" cap="none">
                <a:solidFill>
                  <a:schemeClr val="dk1"/>
                </a:solidFill>
                <a:latin typeface="Poppins"/>
                <a:ea typeface="Poppins"/>
                <a:cs typeface="Poppins"/>
                <a:sym typeface="Poppins"/>
              </a:defRPr>
            </a:lvl4pPr>
            <a:lvl5pPr marL="2286000" marR="0" lvl="4" indent="-304800" algn="l" rtl="0">
              <a:lnSpc>
                <a:spcPct val="115000"/>
              </a:lnSpc>
              <a:spcBef>
                <a:spcPts val="0"/>
              </a:spcBef>
              <a:spcAft>
                <a:spcPts val="0"/>
              </a:spcAft>
              <a:buClr>
                <a:schemeClr val="dk1"/>
              </a:buClr>
              <a:buSzPts val="1200"/>
              <a:buFont typeface="Open Sans"/>
              <a:buChar char="○"/>
              <a:defRPr sz="1400" b="0" i="0" u="none" strike="noStrike" cap="none">
                <a:solidFill>
                  <a:schemeClr val="dk1"/>
                </a:solidFill>
                <a:latin typeface="Poppins"/>
                <a:ea typeface="Poppins"/>
                <a:cs typeface="Poppins"/>
                <a:sym typeface="Poppins"/>
              </a:defRPr>
            </a:lvl5pPr>
            <a:lvl6pPr marL="2743200" marR="0" lvl="5" indent="-304800" algn="l" rtl="0">
              <a:lnSpc>
                <a:spcPct val="115000"/>
              </a:lnSpc>
              <a:spcBef>
                <a:spcPts val="0"/>
              </a:spcBef>
              <a:spcAft>
                <a:spcPts val="0"/>
              </a:spcAft>
              <a:buClr>
                <a:schemeClr val="dk1"/>
              </a:buClr>
              <a:buSzPts val="1200"/>
              <a:buFont typeface="Open Sans"/>
              <a:buChar char="■"/>
              <a:defRPr sz="1400" b="0" i="0" u="none" strike="noStrike" cap="none">
                <a:solidFill>
                  <a:schemeClr val="dk1"/>
                </a:solidFill>
                <a:latin typeface="Poppins"/>
                <a:ea typeface="Poppins"/>
                <a:cs typeface="Poppins"/>
                <a:sym typeface="Poppins"/>
              </a:defRPr>
            </a:lvl6pPr>
            <a:lvl7pPr marL="3200400" marR="0" lvl="6" indent="-273050" algn="l" rtl="0">
              <a:lnSpc>
                <a:spcPct val="115000"/>
              </a:lnSpc>
              <a:spcBef>
                <a:spcPts val="0"/>
              </a:spcBef>
              <a:spcAft>
                <a:spcPts val="0"/>
              </a:spcAft>
              <a:buClr>
                <a:schemeClr val="dk1"/>
              </a:buClr>
              <a:buSzPts val="700"/>
              <a:buFont typeface="Open Sans"/>
              <a:buChar char="●"/>
              <a:defRPr sz="1400" b="0" i="0" u="none" strike="noStrike" cap="none">
                <a:solidFill>
                  <a:schemeClr val="dk1"/>
                </a:solidFill>
                <a:latin typeface="Poppins"/>
                <a:ea typeface="Poppins"/>
                <a:cs typeface="Poppins"/>
                <a:sym typeface="Poppins"/>
              </a:defRPr>
            </a:lvl7pPr>
            <a:lvl8pPr marL="3657600" marR="0" lvl="7" indent="-273050" algn="l" rtl="0">
              <a:lnSpc>
                <a:spcPct val="115000"/>
              </a:lnSpc>
              <a:spcBef>
                <a:spcPts val="0"/>
              </a:spcBef>
              <a:spcAft>
                <a:spcPts val="0"/>
              </a:spcAft>
              <a:buClr>
                <a:schemeClr val="dk1"/>
              </a:buClr>
              <a:buSzPts val="700"/>
              <a:buFont typeface="Open Sans"/>
              <a:buChar char="○"/>
              <a:defRPr sz="1400" b="0" i="0" u="none" strike="noStrike" cap="none">
                <a:solidFill>
                  <a:schemeClr val="dk1"/>
                </a:solidFill>
                <a:latin typeface="Poppins"/>
                <a:ea typeface="Poppins"/>
                <a:cs typeface="Poppins"/>
                <a:sym typeface="Poppins"/>
              </a:defRPr>
            </a:lvl8pPr>
            <a:lvl9pPr marL="4114800" marR="0" lvl="8" indent="-266700" algn="l" rtl="0">
              <a:lnSpc>
                <a:spcPct val="115000"/>
              </a:lnSpc>
              <a:spcBef>
                <a:spcPts val="0"/>
              </a:spcBef>
              <a:spcAft>
                <a:spcPts val="0"/>
              </a:spcAft>
              <a:buClr>
                <a:schemeClr val="dk1"/>
              </a:buClr>
              <a:buSzPts val="600"/>
              <a:buFont typeface="Open Sans"/>
              <a:buChar char="■"/>
              <a:defRPr sz="1400" b="0" i="0" u="none" strike="noStrike" cap="none">
                <a:solidFill>
                  <a:schemeClr val="dk1"/>
                </a:solidFill>
                <a:latin typeface="Poppins"/>
                <a:ea typeface="Poppins"/>
                <a:cs typeface="Poppins"/>
                <a:sym typeface="Poppins"/>
              </a:defRPr>
            </a:lvl9pPr>
          </a:lstStyle>
          <a:p>
            <a:pPr marL="0" indent="0">
              <a:spcAft>
                <a:spcPts val="1200"/>
              </a:spcAft>
              <a:buSzPts val="1100"/>
              <a:buFont typeface="Arial"/>
              <a:buNone/>
            </a:pPr>
            <a:r>
              <a:rPr lang="pt-BR" dirty="0" err="1">
                <a:solidFill>
                  <a:srgbClr val="D1BA97"/>
                </a:solidFill>
              </a:rPr>
              <a:t>Streamlit</a:t>
            </a:r>
            <a:endParaRPr lang="en" dirty="0">
              <a:solidFill>
                <a:srgbClr val="D1BA97"/>
              </a:solidFill>
            </a:endParaRPr>
          </a:p>
          <a:p>
            <a:pPr marL="0" indent="0">
              <a:spcAft>
                <a:spcPts val="1200"/>
              </a:spcAft>
              <a:buSzPts val="1100"/>
              <a:buFont typeface="Arial"/>
              <a:buNone/>
            </a:pPr>
            <a:endParaRPr lang="en" dirty="0"/>
          </a:p>
        </p:txBody>
      </p:sp>
    </p:spTree>
    <p:extLst>
      <p:ext uri="{BB962C8B-B14F-4D97-AF65-F5344CB8AC3E}">
        <p14:creationId xmlns:p14="http://schemas.microsoft.com/office/powerpoint/2010/main" val="3588053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66">
          <a:extLst>
            <a:ext uri="{FF2B5EF4-FFF2-40B4-BE49-F238E27FC236}">
              <a16:creationId xmlns:a16="http://schemas.microsoft.com/office/drawing/2014/main" id="{48956A70-F494-E1F8-810F-E874938CB73A}"/>
            </a:ext>
          </a:extLst>
        </p:cNvPr>
        <p:cNvGrpSpPr/>
        <p:nvPr/>
      </p:nvGrpSpPr>
      <p:grpSpPr>
        <a:xfrm>
          <a:off x="0" y="0"/>
          <a:ext cx="0" cy="0"/>
          <a:chOff x="0" y="0"/>
          <a:chExt cx="0" cy="0"/>
        </a:xfrm>
      </p:grpSpPr>
      <p:sp>
        <p:nvSpPr>
          <p:cNvPr id="4867" name="Google Shape;4867;p44">
            <a:extLst>
              <a:ext uri="{FF2B5EF4-FFF2-40B4-BE49-F238E27FC236}">
                <a16:creationId xmlns:a16="http://schemas.microsoft.com/office/drawing/2014/main" id="{09B3DA16-6B79-FA9A-1020-4E1C1DE182BD}"/>
              </a:ext>
            </a:extLst>
          </p:cNvPr>
          <p:cNvSpPr txBox="1">
            <a:spLocks noGrp="1"/>
          </p:cNvSpPr>
          <p:nvPr>
            <p:ph type="title"/>
          </p:nvPr>
        </p:nvSpPr>
        <p:spPr>
          <a:xfrm>
            <a:off x="1920300" y="1889687"/>
            <a:ext cx="5303400" cy="1481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 dirty="0"/>
              <a:t>PROCESSO</a:t>
            </a:r>
            <a:endParaRPr dirty="0">
              <a:solidFill>
                <a:schemeClr val="dk2"/>
              </a:solidFill>
            </a:endParaRPr>
          </a:p>
        </p:txBody>
      </p:sp>
      <p:sp>
        <p:nvSpPr>
          <p:cNvPr id="4868" name="Google Shape;4868;p44">
            <a:extLst>
              <a:ext uri="{FF2B5EF4-FFF2-40B4-BE49-F238E27FC236}">
                <a16:creationId xmlns:a16="http://schemas.microsoft.com/office/drawing/2014/main" id="{D4A6CB27-7CD4-2B20-E180-3BB0DF1E3349}"/>
              </a:ext>
            </a:extLst>
          </p:cNvPr>
          <p:cNvSpPr txBox="1">
            <a:spLocks noGrp="1"/>
          </p:cNvSpPr>
          <p:nvPr>
            <p:ph type="subTitle" idx="1"/>
          </p:nvPr>
        </p:nvSpPr>
        <p:spPr>
          <a:xfrm>
            <a:off x="1920300" y="3769850"/>
            <a:ext cx="5303400" cy="411600"/>
          </a:xfrm>
          <a:prstGeom prst="rect">
            <a:avLst/>
          </a:prstGeom>
        </p:spPr>
        <p:txBody>
          <a:bodyPr spcFirstLastPara="1" wrap="square" lIns="91425" tIns="91425" rIns="91425" bIns="91425" anchor="t" anchorCtr="0">
            <a:noAutofit/>
          </a:bodyPr>
          <a:lstStyle/>
          <a:p>
            <a:pPr marL="0" lvl="0" indent="0">
              <a:buSzPts val="1100"/>
            </a:pPr>
            <a:r>
              <a:rPr lang="pt-BR" dirty="0"/>
              <a:t>Desenvolvimento e dificuldades</a:t>
            </a:r>
          </a:p>
        </p:txBody>
      </p:sp>
      <p:grpSp>
        <p:nvGrpSpPr>
          <p:cNvPr id="4869" name="Google Shape;4869;p44">
            <a:extLst>
              <a:ext uri="{FF2B5EF4-FFF2-40B4-BE49-F238E27FC236}">
                <a16:creationId xmlns:a16="http://schemas.microsoft.com/office/drawing/2014/main" id="{75A410EB-582D-8E84-1783-EBFE0C4B04CE}"/>
              </a:ext>
            </a:extLst>
          </p:cNvPr>
          <p:cNvGrpSpPr/>
          <p:nvPr/>
        </p:nvGrpSpPr>
        <p:grpSpPr>
          <a:xfrm>
            <a:off x="7430942" y="539507"/>
            <a:ext cx="1256089" cy="511681"/>
            <a:chOff x="7438192" y="539507"/>
            <a:chExt cx="1256089" cy="511681"/>
          </a:xfrm>
        </p:grpSpPr>
        <p:sp>
          <p:nvSpPr>
            <p:cNvPr id="4870" name="Google Shape;4870;p44">
              <a:extLst>
                <a:ext uri="{FF2B5EF4-FFF2-40B4-BE49-F238E27FC236}">
                  <a16:creationId xmlns:a16="http://schemas.microsoft.com/office/drawing/2014/main" id="{33ACE9DE-0DBB-FEB7-EC5B-705FF0712F07}"/>
                </a:ext>
              </a:extLst>
            </p:cNvPr>
            <p:cNvSpPr/>
            <p:nvPr/>
          </p:nvSpPr>
          <p:spPr>
            <a:xfrm>
              <a:off x="7815721"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1" name="Google Shape;4871;p44">
              <a:extLst>
                <a:ext uri="{FF2B5EF4-FFF2-40B4-BE49-F238E27FC236}">
                  <a16:creationId xmlns:a16="http://schemas.microsoft.com/office/drawing/2014/main" id="{447F35C1-9FFD-8B8F-3A92-6D495B367D47}"/>
                </a:ext>
              </a:extLst>
            </p:cNvPr>
            <p:cNvSpPr/>
            <p:nvPr/>
          </p:nvSpPr>
          <p:spPr>
            <a:xfrm>
              <a:off x="8182593" y="539507"/>
              <a:ext cx="511688" cy="511681"/>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2" name="Google Shape;4872;p44">
              <a:extLst>
                <a:ext uri="{FF2B5EF4-FFF2-40B4-BE49-F238E27FC236}">
                  <a16:creationId xmlns:a16="http://schemas.microsoft.com/office/drawing/2014/main" id="{3472AC5D-FDB3-567C-3555-9DCEA047C9C0}"/>
                </a:ext>
              </a:extLst>
            </p:cNvPr>
            <p:cNvSpPr/>
            <p:nvPr/>
          </p:nvSpPr>
          <p:spPr>
            <a:xfrm>
              <a:off x="7438546"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3" name="Google Shape;4873;p44">
              <a:extLst>
                <a:ext uri="{FF2B5EF4-FFF2-40B4-BE49-F238E27FC236}">
                  <a16:creationId xmlns:a16="http://schemas.microsoft.com/office/drawing/2014/main" id="{24E62C25-7EA8-AB52-F71B-37FE00B3E0AE}"/>
                </a:ext>
              </a:extLst>
            </p:cNvPr>
            <p:cNvSpPr/>
            <p:nvPr/>
          </p:nvSpPr>
          <p:spPr>
            <a:xfrm>
              <a:off x="7815367"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4" name="Google Shape;4874;p44">
              <a:extLst>
                <a:ext uri="{FF2B5EF4-FFF2-40B4-BE49-F238E27FC236}">
                  <a16:creationId xmlns:a16="http://schemas.microsoft.com/office/drawing/2014/main" id="{0A407871-BCB7-425F-D1B8-93AB4E7B340B}"/>
                </a:ext>
              </a:extLst>
            </p:cNvPr>
            <p:cNvSpPr/>
            <p:nvPr/>
          </p:nvSpPr>
          <p:spPr>
            <a:xfrm>
              <a:off x="8182593" y="539507"/>
              <a:ext cx="511334" cy="511326"/>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5" name="Google Shape;4875;p44">
              <a:extLst>
                <a:ext uri="{FF2B5EF4-FFF2-40B4-BE49-F238E27FC236}">
                  <a16:creationId xmlns:a16="http://schemas.microsoft.com/office/drawing/2014/main" id="{ED1E3695-A7EE-5773-C4D8-D207B0699A33}"/>
                </a:ext>
              </a:extLst>
            </p:cNvPr>
            <p:cNvSpPr/>
            <p:nvPr/>
          </p:nvSpPr>
          <p:spPr>
            <a:xfrm>
              <a:off x="7438192"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76" name="Google Shape;4876;p44">
            <a:extLst>
              <a:ext uri="{FF2B5EF4-FFF2-40B4-BE49-F238E27FC236}">
                <a16:creationId xmlns:a16="http://schemas.microsoft.com/office/drawing/2014/main" id="{E232BCD5-D57B-550D-6E35-D7783A7CDA86}"/>
              </a:ext>
            </a:extLst>
          </p:cNvPr>
          <p:cNvGrpSpPr/>
          <p:nvPr/>
        </p:nvGrpSpPr>
        <p:grpSpPr>
          <a:xfrm>
            <a:off x="440642" y="4092332"/>
            <a:ext cx="878914" cy="511681"/>
            <a:chOff x="4436950" y="1405000"/>
            <a:chExt cx="682175" cy="397175"/>
          </a:xfrm>
        </p:grpSpPr>
        <p:sp>
          <p:nvSpPr>
            <p:cNvPr id="4877" name="Google Shape;4877;p44">
              <a:extLst>
                <a:ext uri="{FF2B5EF4-FFF2-40B4-BE49-F238E27FC236}">
                  <a16:creationId xmlns:a16="http://schemas.microsoft.com/office/drawing/2014/main" id="{46F08238-07E8-3899-545D-A006206374F6}"/>
                </a:ext>
              </a:extLst>
            </p:cNvPr>
            <p:cNvSpPr/>
            <p:nvPr/>
          </p:nvSpPr>
          <p:spPr>
            <a:xfrm>
              <a:off x="4437225" y="1405000"/>
              <a:ext cx="397175" cy="397175"/>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8" name="Google Shape;4878;p44">
              <a:extLst>
                <a:ext uri="{FF2B5EF4-FFF2-40B4-BE49-F238E27FC236}">
                  <a16:creationId xmlns:a16="http://schemas.microsoft.com/office/drawing/2014/main" id="{7669E872-0C24-6E34-C1D6-645EB1760CB1}"/>
                </a:ext>
              </a:extLst>
            </p:cNvPr>
            <p:cNvSpPr/>
            <p:nvPr/>
          </p:nvSpPr>
          <p:spPr>
            <a:xfrm>
              <a:off x="4721975" y="1405000"/>
              <a:ext cx="397150" cy="397175"/>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9" name="Google Shape;4879;p44">
              <a:extLst>
                <a:ext uri="{FF2B5EF4-FFF2-40B4-BE49-F238E27FC236}">
                  <a16:creationId xmlns:a16="http://schemas.microsoft.com/office/drawing/2014/main" id="{35FEF443-5EBB-EFBF-6B15-07E06EB80E3A}"/>
                </a:ext>
              </a:extLst>
            </p:cNvPr>
            <p:cNvSpPr/>
            <p:nvPr/>
          </p:nvSpPr>
          <p:spPr>
            <a:xfrm>
              <a:off x="4436950" y="1405000"/>
              <a:ext cx="396875" cy="396900"/>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0" name="Google Shape;4880;p44">
              <a:extLst>
                <a:ext uri="{FF2B5EF4-FFF2-40B4-BE49-F238E27FC236}">
                  <a16:creationId xmlns:a16="http://schemas.microsoft.com/office/drawing/2014/main" id="{C778091A-EC71-F917-D129-8BA399EF1439}"/>
                </a:ext>
              </a:extLst>
            </p:cNvPr>
            <p:cNvSpPr/>
            <p:nvPr/>
          </p:nvSpPr>
          <p:spPr>
            <a:xfrm>
              <a:off x="4721975" y="1405000"/>
              <a:ext cx="396875" cy="396900"/>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1" name="Google Shape;4881;p44">
            <a:extLst>
              <a:ext uri="{FF2B5EF4-FFF2-40B4-BE49-F238E27FC236}">
                <a16:creationId xmlns:a16="http://schemas.microsoft.com/office/drawing/2014/main" id="{64BB8C2C-B1E1-6C9F-8D5B-7A56A3712D21}"/>
              </a:ext>
            </a:extLst>
          </p:cNvPr>
          <p:cNvGrpSpPr/>
          <p:nvPr/>
        </p:nvGrpSpPr>
        <p:grpSpPr>
          <a:xfrm rot="-939157">
            <a:off x="1333227" y="960499"/>
            <a:ext cx="920204" cy="838345"/>
            <a:chOff x="2750591" y="2542826"/>
            <a:chExt cx="920218" cy="838358"/>
          </a:xfrm>
        </p:grpSpPr>
        <p:grpSp>
          <p:nvGrpSpPr>
            <p:cNvPr id="4882" name="Google Shape;4882;p44">
              <a:extLst>
                <a:ext uri="{FF2B5EF4-FFF2-40B4-BE49-F238E27FC236}">
                  <a16:creationId xmlns:a16="http://schemas.microsoft.com/office/drawing/2014/main" id="{1698891D-A3BF-17C3-CDF5-3DD3EF67D0CB}"/>
                </a:ext>
              </a:extLst>
            </p:cNvPr>
            <p:cNvGrpSpPr/>
            <p:nvPr/>
          </p:nvGrpSpPr>
          <p:grpSpPr>
            <a:xfrm>
              <a:off x="2750591" y="2542826"/>
              <a:ext cx="920218" cy="838358"/>
              <a:chOff x="1310300" y="1329825"/>
              <a:chExt cx="599725" cy="546375"/>
            </a:xfrm>
          </p:grpSpPr>
          <p:sp>
            <p:nvSpPr>
              <p:cNvPr id="4883" name="Google Shape;4883;p44">
                <a:extLst>
                  <a:ext uri="{FF2B5EF4-FFF2-40B4-BE49-F238E27FC236}">
                    <a16:creationId xmlns:a16="http://schemas.microsoft.com/office/drawing/2014/main" id="{1898CFA5-1EF9-E1E1-ECF1-BAF304F91F83}"/>
                  </a:ext>
                </a:extLst>
              </p:cNvPr>
              <p:cNvSpPr/>
              <p:nvPr/>
            </p:nvSpPr>
            <p:spPr>
              <a:xfrm>
                <a:off x="1310300" y="1329825"/>
                <a:ext cx="599725" cy="546375"/>
              </a:xfrm>
              <a:custGeom>
                <a:avLst/>
                <a:gdLst/>
                <a:ahLst/>
                <a:cxnLst/>
                <a:rect l="l" t="t" r="r" b="b"/>
                <a:pathLst>
                  <a:path w="23989" h="21855" extrusionOk="0">
                    <a:moveTo>
                      <a:pt x="11994" y="1"/>
                    </a:moveTo>
                    <a:cubicBezTo>
                      <a:pt x="9198" y="1"/>
                      <a:pt x="6402" y="1068"/>
                      <a:pt x="4268" y="3202"/>
                    </a:cubicBezTo>
                    <a:cubicBezTo>
                      <a:pt x="0" y="7470"/>
                      <a:pt x="0" y="14386"/>
                      <a:pt x="4268" y="18654"/>
                    </a:cubicBezTo>
                    <a:cubicBezTo>
                      <a:pt x="6402" y="20788"/>
                      <a:pt x="9198" y="21855"/>
                      <a:pt x="11994" y="21855"/>
                    </a:cubicBezTo>
                    <a:cubicBezTo>
                      <a:pt x="14790" y="21855"/>
                      <a:pt x="17586" y="20788"/>
                      <a:pt x="19720" y="18654"/>
                    </a:cubicBezTo>
                    <a:cubicBezTo>
                      <a:pt x="23988" y="14386"/>
                      <a:pt x="23988" y="7470"/>
                      <a:pt x="19720" y="3202"/>
                    </a:cubicBezTo>
                    <a:cubicBezTo>
                      <a:pt x="17586" y="1068"/>
                      <a:pt x="14790" y="1"/>
                      <a:pt x="11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4" name="Google Shape;4884;p44">
                <a:extLst>
                  <a:ext uri="{FF2B5EF4-FFF2-40B4-BE49-F238E27FC236}">
                    <a16:creationId xmlns:a16="http://schemas.microsoft.com/office/drawing/2014/main" id="{83A2EA23-EB6A-E78E-816F-5B07CEBD24A2}"/>
                  </a:ext>
                </a:extLst>
              </p:cNvPr>
              <p:cNvSpPr/>
              <p:nvPr/>
            </p:nvSpPr>
            <p:spPr>
              <a:xfrm>
                <a:off x="1394750" y="1387900"/>
                <a:ext cx="430825" cy="430825"/>
              </a:xfrm>
              <a:custGeom>
                <a:avLst/>
                <a:gdLst/>
                <a:ahLst/>
                <a:cxnLst/>
                <a:rect l="l" t="t" r="r" b="b"/>
                <a:pathLst>
                  <a:path w="17233" h="17233" extrusionOk="0">
                    <a:moveTo>
                      <a:pt x="17232" y="8616"/>
                    </a:moveTo>
                    <a:cubicBezTo>
                      <a:pt x="17232" y="13364"/>
                      <a:pt x="13375" y="17232"/>
                      <a:pt x="8616" y="17232"/>
                    </a:cubicBezTo>
                    <a:cubicBezTo>
                      <a:pt x="3857" y="17232"/>
                      <a:pt x="0" y="13364"/>
                      <a:pt x="0" y="8616"/>
                    </a:cubicBezTo>
                    <a:cubicBezTo>
                      <a:pt x="0" y="3857"/>
                      <a:pt x="3857" y="0"/>
                      <a:pt x="8616" y="0"/>
                    </a:cubicBezTo>
                    <a:cubicBezTo>
                      <a:pt x="13375" y="0"/>
                      <a:pt x="17232" y="3857"/>
                      <a:pt x="17232" y="8616"/>
                    </a:cubicBezTo>
                    <a:close/>
                  </a:path>
                </a:pathLst>
              </a:custGeom>
              <a:gradFill>
                <a:gsLst>
                  <a:gs pos="0">
                    <a:schemeClr val="accent1"/>
                  </a:gs>
                  <a:gs pos="100000">
                    <a:schemeClr val="lt1"/>
                  </a:gs>
                </a:gsLst>
                <a:path path="circle">
                  <a:fillToRect l="50000" t="50000" r="50000" b="50000"/>
                </a:path>
                <a:tileRect/>
              </a:gradFill>
              <a:ln>
                <a:noFill/>
              </a:ln>
              <a:effectLst>
                <a:outerShdw blurRad="57150" dist="47625" dir="486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5" name="Google Shape;4885;p44">
              <a:extLst>
                <a:ext uri="{FF2B5EF4-FFF2-40B4-BE49-F238E27FC236}">
                  <a16:creationId xmlns:a16="http://schemas.microsoft.com/office/drawing/2014/main" id="{EBE0250A-C29C-272A-BBF1-1F2E8BFE6A69}"/>
                </a:ext>
              </a:extLst>
            </p:cNvPr>
            <p:cNvGrpSpPr/>
            <p:nvPr/>
          </p:nvGrpSpPr>
          <p:grpSpPr>
            <a:xfrm>
              <a:off x="3008489" y="2761747"/>
              <a:ext cx="404420" cy="400514"/>
              <a:chOff x="5049725" y="1435050"/>
              <a:chExt cx="486550" cy="481850"/>
            </a:xfrm>
          </p:grpSpPr>
          <p:sp>
            <p:nvSpPr>
              <p:cNvPr id="4886" name="Google Shape;4886;p44">
                <a:extLst>
                  <a:ext uri="{FF2B5EF4-FFF2-40B4-BE49-F238E27FC236}">
                    <a16:creationId xmlns:a16="http://schemas.microsoft.com/office/drawing/2014/main" id="{9BC84E49-891C-6EE8-643A-66355E88038F}"/>
                  </a:ext>
                </a:extLst>
              </p:cNvPr>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87" name="Google Shape;4887;p44">
                <a:extLst>
                  <a:ext uri="{FF2B5EF4-FFF2-40B4-BE49-F238E27FC236}">
                    <a16:creationId xmlns:a16="http://schemas.microsoft.com/office/drawing/2014/main" id="{A0BF6D8B-37FD-88EE-C29E-7603135B97A1}"/>
                  </a:ext>
                </a:extLst>
              </p:cNvPr>
              <p:cNvSpPr/>
              <p:nvPr/>
            </p:nvSpPr>
            <p:spPr>
              <a:xfrm>
                <a:off x="5184925" y="1576250"/>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88" name="Google Shape;4888;p44">
                <a:extLst>
                  <a:ext uri="{FF2B5EF4-FFF2-40B4-BE49-F238E27FC236}">
                    <a16:creationId xmlns:a16="http://schemas.microsoft.com/office/drawing/2014/main" id="{65175EAC-79BB-FF4A-55EA-3F2F496A7633}"/>
                  </a:ext>
                </a:extLst>
              </p:cNvPr>
              <p:cNvSpPr/>
              <p:nvPr/>
            </p:nvSpPr>
            <p:spPr>
              <a:xfrm>
                <a:off x="5049725" y="1435075"/>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89" name="Google Shape;4889;p44">
                <a:extLst>
                  <a:ext uri="{FF2B5EF4-FFF2-40B4-BE49-F238E27FC236}">
                    <a16:creationId xmlns:a16="http://schemas.microsoft.com/office/drawing/2014/main" id="{AA903F3C-EE37-8D99-FCB8-E106761E04DD}"/>
                  </a:ext>
                </a:extLst>
              </p:cNvPr>
              <p:cNvSpPr/>
              <p:nvPr/>
            </p:nvSpPr>
            <p:spPr>
              <a:xfrm>
                <a:off x="5245825" y="1435050"/>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grpSp>
        <p:nvGrpSpPr>
          <p:cNvPr id="4890" name="Google Shape;4890;p44">
            <a:extLst>
              <a:ext uri="{FF2B5EF4-FFF2-40B4-BE49-F238E27FC236}">
                <a16:creationId xmlns:a16="http://schemas.microsoft.com/office/drawing/2014/main" id="{CA1B5C58-43BC-48B0-7715-8998A865177E}"/>
              </a:ext>
            </a:extLst>
          </p:cNvPr>
          <p:cNvGrpSpPr/>
          <p:nvPr/>
        </p:nvGrpSpPr>
        <p:grpSpPr>
          <a:xfrm rot="656482">
            <a:off x="7502157" y="2152578"/>
            <a:ext cx="920197" cy="838339"/>
            <a:chOff x="6761641" y="1258289"/>
            <a:chExt cx="920218" cy="838358"/>
          </a:xfrm>
        </p:grpSpPr>
        <p:grpSp>
          <p:nvGrpSpPr>
            <p:cNvPr id="4891" name="Google Shape;4891;p44">
              <a:extLst>
                <a:ext uri="{FF2B5EF4-FFF2-40B4-BE49-F238E27FC236}">
                  <a16:creationId xmlns:a16="http://schemas.microsoft.com/office/drawing/2014/main" id="{9CCBADA5-98B1-EF02-352C-9C59EE4A5EDD}"/>
                </a:ext>
              </a:extLst>
            </p:cNvPr>
            <p:cNvGrpSpPr/>
            <p:nvPr/>
          </p:nvGrpSpPr>
          <p:grpSpPr>
            <a:xfrm>
              <a:off x="6761641" y="1258289"/>
              <a:ext cx="920218" cy="838358"/>
              <a:chOff x="1310300" y="1329825"/>
              <a:chExt cx="599725" cy="546375"/>
            </a:xfrm>
          </p:grpSpPr>
          <p:sp>
            <p:nvSpPr>
              <p:cNvPr id="4892" name="Google Shape;4892;p44">
                <a:extLst>
                  <a:ext uri="{FF2B5EF4-FFF2-40B4-BE49-F238E27FC236}">
                    <a16:creationId xmlns:a16="http://schemas.microsoft.com/office/drawing/2014/main" id="{1648EF58-09AC-1C28-473C-5437AA944A3D}"/>
                  </a:ext>
                </a:extLst>
              </p:cNvPr>
              <p:cNvSpPr/>
              <p:nvPr/>
            </p:nvSpPr>
            <p:spPr>
              <a:xfrm>
                <a:off x="1310300" y="1329825"/>
                <a:ext cx="599725" cy="546375"/>
              </a:xfrm>
              <a:custGeom>
                <a:avLst/>
                <a:gdLst/>
                <a:ahLst/>
                <a:cxnLst/>
                <a:rect l="l" t="t" r="r" b="b"/>
                <a:pathLst>
                  <a:path w="23989" h="21855" extrusionOk="0">
                    <a:moveTo>
                      <a:pt x="11994" y="1"/>
                    </a:moveTo>
                    <a:cubicBezTo>
                      <a:pt x="9198" y="1"/>
                      <a:pt x="6402" y="1068"/>
                      <a:pt x="4268" y="3202"/>
                    </a:cubicBezTo>
                    <a:cubicBezTo>
                      <a:pt x="0" y="7470"/>
                      <a:pt x="0" y="14386"/>
                      <a:pt x="4268" y="18654"/>
                    </a:cubicBezTo>
                    <a:cubicBezTo>
                      <a:pt x="6402" y="20788"/>
                      <a:pt x="9198" y="21855"/>
                      <a:pt x="11994" y="21855"/>
                    </a:cubicBezTo>
                    <a:cubicBezTo>
                      <a:pt x="14790" y="21855"/>
                      <a:pt x="17586" y="20788"/>
                      <a:pt x="19720" y="18654"/>
                    </a:cubicBezTo>
                    <a:cubicBezTo>
                      <a:pt x="23988" y="14386"/>
                      <a:pt x="23988" y="7470"/>
                      <a:pt x="19720" y="3202"/>
                    </a:cubicBezTo>
                    <a:cubicBezTo>
                      <a:pt x="17586" y="1068"/>
                      <a:pt x="14790" y="1"/>
                      <a:pt x="11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3" name="Google Shape;4893;p44">
                <a:extLst>
                  <a:ext uri="{FF2B5EF4-FFF2-40B4-BE49-F238E27FC236}">
                    <a16:creationId xmlns:a16="http://schemas.microsoft.com/office/drawing/2014/main" id="{647179A9-FA5A-1536-4E40-722F92BA45DA}"/>
                  </a:ext>
                </a:extLst>
              </p:cNvPr>
              <p:cNvSpPr/>
              <p:nvPr/>
            </p:nvSpPr>
            <p:spPr>
              <a:xfrm>
                <a:off x="1394750" y="1387900"/>
                <a:ext cx="430825" cy="430825"/>
              </a:xfrm>
              <a:custGeom>
                <a:avLst/>
                <a:gdLst/>
                <a:ahLst/>
                <a:cxnLst/>
                <a:rect l="l" t="t" r="r" b="b"/>
                <a:pathLst>
                  <a:path w="17233" h="17233" extrusionOk="0">
                    <a:moveTo>
                      <a:pt x="17232" y="8616"/>
                    </a:moveTo>
                    <a:cubicBezTo>
                      <a:pt x="17232" y="13364"/>
                      <a:pt x="13375" y="17232"/>
                      <a:pt x="8616" y="17232"/>
                    </a:cubicBezTo>
                    <a:cubicBezTo>
                      <a:pt x="3857" y="17232"/>
                      <a:pt x="0" y="13364"/>
                      <a:pt x="0" y="8616"/>
                    </a:cubicBezTo>
                    <a:cubicBezTo>
                      <a:pt x="0" y="3857"/>
                      <a:pt x="3857" y="0"/>
                      <a:pt x="8616" y="0"/>
                    </a:cubicBezTo>
                    <a:cubicBezTo>
                      <a:pt x="13375" y="0"/>
                      <a:pt x="17232" y="3857"/>
                      <a:pt x="17232" y="8616"/>
                    </a:cubicBezTo>
                    <a:close/>
                  </a:path>
                </a:pathLst>
              </a:custGeom>
              <a:gradFill>
                <a:gsLst>
                  <a:gs pos="0">
                    <a:schemeClr val="accent1"/>
                  </a:gs>
                  <a:gs pos="100000">
                    <a:schemeClr val="lt1"/>
                  </a:gs>
                </a:gsLst>
                <a:path path="circle">
                  <a:fillToRect l="50000" t="50000" r="50000" b="50000"/>
                </a:path>
                <a:tileRect/>
              </a:gradFill>
              <a:ln>
                <a:noFill/>
              </a:ln>
              <a:effectLst>
                <a:outerShdw blurRad="57150" dist="47625" dir="486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4" name="Google Shape;4894;p44">
              <a:extLst>
                <a:ext uri="{FF2B5EF4-FFF2-40B4-BE49-F238E27FC236}">
                  <a16:creationId xmlns:a16="http://schemas.microsoft.com/office/drawing/2014/main" id="{6548F8DA-F986-DD27-3AE5-3D42F08D9BED}"/>
                </a:ext>
              </a:extLst>
            </p:cNvPr>
            <p:cNvGrpSpPr/>
            <p:nvPr/>
          </p:nvGrpSpPr>
          <p:grpSpPr>
            <a:xfrm>
              <a:off x="7021511" y="1470297"/>
              <a:ext cx="415480" cy="414364"/>
              <a:chOff x="944600" y="3981825"/>
              <a:chExt cx="297750" cy="296950"/>
            </a:xfrm>
          </p:grpSpPr>
          <p:sp>
            <p:nvSpPr>
              <p:cNvPr id="4895" name="Google Shape;4895;p44">
                <a:extLst>
                  <a:ext uri="{FF2B5EF4-FFF2-40B4-BE49-F238E27FC236}">
                    <a16:creationId xmlns:a16="http://schemas.microsoft.com/office/drawing/2014/main" id="{A4A9D073-BF9C-120C-FAD1-AB02C952DADF}"/>
                  </a:ext>
                </a:extLst>
              </p:cNvPr>
              <p:cNvSpPr/>
              <p:nvPr/>
            </p:nvSpPr>
            <p:spPr>
              <a:xfrm>
                <a:off x="944600" y="3981825"/>
                <a:ext cx="297750" cy="296950"/>
              </a:xfrm>
              <a:custGeom>
                <a:avLst/>
                <a:gdLst/>
                <a:ahLst/>
                <a:cxnLst/>
                <a:rect l="l" t="t" r="r" b="b"/>
                <a:pathLst>
                  <a:path w="11910" h="11878" extrusionOk="0">
                    <a:moveTo>
                      <a:pt x="6333" y="1418"/>
                    </a:moveTo>
                    <a:cubicBezTo>
                      <a:pt x="8539" y="1575"/>
                      <a:pt x="10303" y="3340"/>
                      <a:pt x="10461" y="5545"/>
                    </a:cubicBezTo>
                    <a:lnTo>
                      <a:pt x="10146" y="5545"/>
                    </a:lnTo>
                    <a:cubicBezTo>
                      <a:pt x="9957" y="5545"/>
                      <a:pt x="9799" y="5702"/>
                      <a:pt x="9799" y="5892"/>
                    </a:cubicBezTo>
                    <a:cubicBezTo>
                      <a:pt x="9799" y="6081"/>
                      <a:pt x="9957" y="6238"/>
                      <a:pt x="10146" y="6238"/>
                    </a:cubicBezTo>
                    <a:lnTo>
                      <a:pt x="10461" y="6238"/>
                    </a:lnTo>
                    <a:cubicBezTo>
                      <a:pt x="10303" y="8443"/>
                      <a:pt x="8539" y="10239"/>
                      <a:pt x="6333" y="10397"/>
                    </a:cubicBezTo>
                    <a:lnTo>
                      <a:pt x="6333" y="10082"/>
                    </a:lnTo>
                    <a:cubicBezTo>
                      <a:pt x="6333" y="9861"/>
                      <a:pt x="6176" y="9704"/>
                      <a:pt x="5955" y="9704"/>
                    </a:cubicBezTo>
                    <a:cubicBezTo>
                      <a:pt x="5766" y="9704"/>
                      <a:pt x="5609" y="9861"/>
                      <a:pt x="5609" y="10082"/>
                    </a:cubicBezTo>
                    <a:lnTo>
                      <a:pt x="5609" y="10397"/>
                    </a:lnTo>
                    <a:cubicBezTo>
                      <a:pt x="3403" y="10239"/>
                      <a:pt x="1639" y="8443"/>
                      <a:pt x="1482" y="6238"/>
                    </a:cubicBezTo>
                    <a:lnTo>
                      <a:pt x="1797" y="6238"/>
                    </a:lnTo>
                    <a:cubicBezTo>
                      <a:pt x="1986" y="6238"/>
                      <a:pt x="2143" y="6081"/>
                      <a:pt x="2143" y="5892"/>
                    </a:cubicBezTo>
                    <a:cubicBezTo>
                      <a:pt x="2143" y="5702"/>
                      <a:pt x="1986" y="5545"/>
                      <a:pt x="1797" y="5545"/>
                    </a:cubicBezTo>
                    <a:lnTo>
                      <a:pt x="1482" y="5545"/>
                    </a:lnTo>
                    <a:cubicBezTo>
                      <a:pt x="1639" y="3340"/>
                      <a:pt x="3403" y="1575"/>
                      <a:pt x="5609" y="1418"/>
                    </a:cubicBezTo>
                    <a:lnTo>
                      <a:pt x="5609" y="1733"/>
                    </a:lnTo>
                    <a:cubicBezTo>
                      <a:pt x="5609" y="1922"/>
                      <a:pt x="5766" y="2079"/>
                      <a:pt x="5955" y="2079"/>
                    </a:cubicBezTo>
                    <a:cubicBezTo>
                      <a:pt x="6176" y="2079"/>
                      <a:pt x="6333" y="1922"/>
                      <a:pt x="6333" y="1733"/>
                    </a:cubicBezTo>
                    <a:lnTo>
                      <a:pt x="6333" y="1418"/>
                    </a:lnTo>
                    <a:close/>
                    <a:moveTo>
                      <a:pt x="5955" y="0"/>
                    </a:moveTo>
                    <a:cubicBezTo>
                      <a:pt x="5766" y="0"/>
                      <a:pt x="5609" y="126"/>
                      <a:pt x="5609" y="347"/>
                    </a:cubicBezTo>
                    <a:lnTo>
                      <a:pt x="5609" y="725"/>
                    </a:lnTo>
                    <a:cubicBezTo>
                      <a:pt x="2994" y="882"/>
                      <a:pt x="946" y="2962"/>
                      <a:pt x="757" y="5576"/>
                    </a:cubicBezTo>
                    <a:lnTo>
                      <a:pt x="379" y="5576"/>
                    </a:lnTo>
                    <a:cubicBezTo>
                      <a:pt x="158" y="5576"/>
                      <a:pt x="1" y="5734"/>
                      <a:pt x="1" y="5923"/>
                    </a:cubicBezTo>
                    <a:cubicBezTo>
                      <a:pt x="1" y="6112"/>
                      <a:pt x="158" y="6270"/>
                      <a:pt x="379" y="6270"/>
                    </a:cubicBezTo>
                    <a:lnTo>
                      <a:pt x="757" y="6270"/>
                    </a:lnTo>
                    <a:cubicBezTo>
                      <a:pt x="915" y="8884"/>
                      <a:pt x="2994" y="10932"/>
                      <a:pt x="5609" y="11121"/>
                    </a:cubicBezTo>
                    <a:lnTo>
                      <a:pt x="5609" y="11531"/>
                    </a:lnTo>
                    <a:cubicBezTo>
                      <a:pt x="5609" y="11720"/>
                      <a:pt x="5766" y="11877"/>
                      <a:pt x="5955" y="11877"/>
                    </a:cubicBezTo>
                    <a:cubicBezTo>
                      <a:pt x="6176" y="11877"/>
                      <a:pt x="6333" y="11720"/>
                      <a:pt x="6333" y="11531"/>
                    </a:cubicBezTo>
                    <a:lnTo>
                      <a:pt x="6333" y="11121"/>
                    </a:lnTo>
                    <a:cubicBezTo>
                      <a:pt x="8917" y="10964"/>
                      <a:pt x="10965" y="8884"/>
                      <a:pt x="11154" y="6270"/>
                    </a:cubicBezTo>
                    <a:lnTo>
                      <a:pt x="11563" y="6270"/>
                    </a:lnTo>
                    <a:cubicBezTo>
                      <a:pt x="11752" y="6270"/>
                      <a:pt x="11910" y="6112"/>
                      <a:pt x="11910" y="5923"/>
                    </a:cubicBezTo>
                    <a:cubicBezTo>
                      <a:pt x="11910" y="5734"/>
                      <a:pt x="11752" y="5576"/>
                      <a:pt x="11563" y="5576"/>
                    </a:cubicBezTo>
                    <a:lnTo>
                      <a:pt x="11154" y="5576"/>
                    </a:lnTo>
                    <a:cubicBezTo>
                      <a:pt x="10996" y="2962"/>
                      <a:pt x="8917" y="914"/>
                      <a:pt x="6333" y="725"/>
                    </a:cubicBezTo>
                    <a:lnTo>
                      <a:pt x="6333" y="347"/>
                    </a:lnTo>
                    <a:cubicBezTo>
                      <a:pt x="6333" y="126"/>
                      <a:pt x="6176" y="0"/>
                      <a:pt x="59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6" name="Google Shape;4896;p44">
                <a:extLst>
                  <a:ext uri="{FF2B5EF4-FFF2-40B4-BE49-F238E27FC236}">
                    <a16:creationId xmlns:a16="http://schemas.microsoft.com/office/drawing/2014/main" id="{88851764-D669-BAF9-B0BA-BDF2D10BA5CD}"/>
                  </a:ext>
                </a:extLst>
              </p:cNvPr>
              <p:cNvSpPr/>
              <p:nvPr/>
            </p:nvSpPr>
            <p:spPr>
              <a:xfrm>
                <a:off x="1058025" y="4155875"/>
                <a:ext cx="72500" cy="52000"/>
              </a:xfrm>
              <a:custGeom>
                <a:avLst/>
                <a:gdLst/>
                <a:ahLst/>
                <a:cxnLst/>
                <a:rect l="l" t="t" r="r" b="b"/>
                <a:pathLst>
                  <a:path w="2900" h="2080" extrusionOk="0">
                    <a:moveTo>
                      <a:pt x="1418" y="1"/>
                    </a:moveTo>
                    <a:cubicBezTo>
                      <a:pt x="851" y="1"/>
                      <a:pt x="316" y="347"/>
                      <a:pt x="127" y="914"/>
                    </a:cubicBezTo>
                    <a:cubicBezTo>
                      <a:pt x="1" y="1166"/>
                      <a:pt x="1" y="1450"/>
                      <a:pt x="95" y="1765"/>
                    </a:cubicBezTo>
                    <a:cubicBezTo>
                      <a:pt x="473" y="1954"/>
                      <a:pt x="946" y="2080"/>
                      <a:pt x="1418" y="2080"/>
                    </a:cubicBezTo>
                    <a:cubicBezTo>
                      <a:pt x="1891" y="2080"/>
                      <a:pt x="2332" y="1954"/>
                      <a:pt x="2773" y="1765"/>
                    </a:cubicBezTo>
                    <a:cubicBezTo>
                      <a:pt x="2899" y="1387"/>
                      <a:pt x="2805" y="946"/>
                      <a:pt x="2616" y="599"/>
                    </a:cubicBezTo>
                    <a:cubicBezTo>
                      <a:pt x="2332" y="221"/>
                      <a:pt x="1891" y="1"/>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44">
                <a:extLst>
                  <a:ext uri="{FF2B5EF4-FFF2-40B4-BE49-F238E27FC236}">
                    <a16:creationId xmlns:a16="http://schemas.microsoft.com/office/drawing/2014/main" id="{C858440E-5E0B-49C2-0389-1799521E1B2A}"/>
                  </a:ext>
                </a:extLst>
              </p:cNvPr>
              <p:cNvSpPr/>
              <p:nvPr/>
            </p:nvSpPr>
            <p:spPr>
              <a:xfrm>
                <a:off x="1076150" y="4103900"/>
                <a:ext cx="35475" cy="35475"/>
              </a:xfrm>
              <a:custGeom>
                <a:avLst/>
                <a:gdLst/>
                <a:ahLst/>
                <a:cxnLst/>
                <a:rect l="l" t="t" r="r" b="b"/>
                <a:pathLst>
                  <a:path w="1419" h="1419" extrusionOk="0">
                    <a:moveTo>
                      <a:pt x="693" y="0"/>
                    </a:moveTo>
                    <a:cubicBezTo>
                      <a:pt x="315" y="0"/>
                      <a:pt x="0" y="315"/>
                      <a:pt x="0" y="693"/>
                    </a:cubicBezTo>
                    <a:cubicBezTo>
                      <a:pt x="0" y="1103"/>
                      <a:pt x="315" y="1418"/>
                      <a:pt x="693" y="1418"/>
                    </a:cubicBezTo>
                    <a:cubicBezTo>
                      <a:pt x="1103" y="1355"/>
                      <a:pt x="1418" y="1040"/>
                      <a:pt x="1418" y="693"/>
                    </a:cubicBezTo>
                    <a:cubicBezTo>
                      <a:pt x="1418" y="315"/>
                      <a:pt x="1103" y="0"/>
                      <a:pt x="6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8" name="Google Shape;4898;p44">
                <a:extLst>
                  <a:ext uri="{FF2B5EF4-FFF2-40B4-BE49-F238E27FC236}">
                    <a16:creationId xmlns:a16="http://schemas.microsoft.com/office/drawing/2014/main" id="{249C78B0-7CAC-A6BF-BB5A-0F9B4CE8F590}"/>
                  </a:ext>
                </a:extLst>
              </p:cNvPr>
              <p:cNvSpPr/>
              <p:nvPr/>
            </p:nvSpPr>
            <p:spPr>
              <a:xfrm>
                <a:off x="1016275" y="4051125"/>
                <a:ext cx="155975" cy="137075"/>
              </a:xfrm>
              <a:custGeom>
                <a:avLst/>
                <a:gdLst/>
                <a:ahLst/>
                <a:cxnLst/>
                <a:rect l="l" t="t" r="r" b="b"/>
                <a:pathLst>
                  <a:path w="6239" h="5483" extrusionOk="0">
                    <a:moveTo>
                      <a:pt x="3088" y="1"/>
                    </a:moveTo>
                    <a:cubicBezTo>
                      <a:pt x="1356" y="1"/>
                      <a:pt x="1" y="1387"/>
                      <a:pt x="1" y="3120"/>
                    </a:cubicBezTo>
                    <a:cubicBezTo>
                      <a:pt x="1" y="4033"/>
                      <a:pt x="379" y="4852"/>
                      <a:pt x="1041" y="5451"/>
                    </a:cubicBezTo>
                    <a:cubicBezTo>
                      <a:pt x="1041" y="5262"/>
                      <a:pt x="1104" y="5041"/>
                      <a:pt x="1167" y="4852"/>
                    </a:cubicBezTo>
                    <a:cubicBezTo>
                      <a:pt x="1324" y="4380"/>
                      <a:pt x="1671" y="4002"/>
                      <a:pt x="2112" y="3750"/>
                    </a:cubicBezTo>
                    <a:cubicBezTo>
                      <a:pt x="1891" y="3498"/>
                      <a:pt x="1734" y="3151"/>
                      <a:pt x="1734" y="2804"/>
                    </a:cubicBezTo>
                    <a:cubicBezTo>
                      <a:pt x="1734" y="2048"/>
                      <a:pt x="2364" y="1418"/>
                      <a:pt x="3088" y="1418"/>
                    </a:cubicBezTo>
                    <a:cubicBezTo>
                      <a:pt x="3845" y="1418"/>
                      <a:pt x="4475" y="2048"/>
                      <a:pt x="4475" y="2804"/>
                    </a:cubicBezTo>
                    <a:cubicBezTo>
                      <a:pt x="4475" y="3151"/>
                      <a:pt x="4317" y="3529"/>
                      <a:pt x="4097" y="3750"/>
                    </a:cubicBezTo>
                    <a:cubicBezTo>
                      <a:pt x="4349" y="3907"/>
                      <a:pt x="4632" y="4128"/>
                      <a:pt x="4790" y="4411"/>
                    </a:cubicBezTo>
                    <a:cubicBezTo>
                      <a:pt x="4979" y="4726"/>
                      <a:pt x="5105" y="5073"/>
                      <a:pt x="5136" y="5482"/>
                    </a:cubicBezTo>
                    <a:cubicBezTo>
                      <a:pt x="5766" y="4884"/>
                      <a:pt x="6207" y="4096"/>
                      <a:pt x="6207" y="3151"/>
                    </a:cubicBezTo>
                    <a:cubicBezTo>
                      <a:pt x="6239" y="1418"/>
                      <a:pt x="4821" y="1"/>
                      <a:pt x="30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899" name="Google Shape;4899;p44">
            <a:extLst>
              <a:ext uri="{FF2B5EF4-FFF2-40B4-BE49-F238E27FC236}">
                <a16:creationId xmlns:a16="http://schemas.microsoft.com/office/drawing/2014/main" id="{B6DD3D4F-8C9A-7946-2F47-01EF532264DC}"/>
              </a:ext>
            </a:extLst>
          </p:cNvPr>
          <p:cNvSpPr txBox="1">
            <a:spLocks noGrp="1"/>
          </p:cNvSpPr>
          <p:nvPr>
            <p:ph type="title" idx="2"/>
          </p:nvPr>
        </p:nvSpPr>
        <p:spPr>
          <a:xfrm>
            <a:off x="3960450" y="844050"/>
            <a:ext cx="1223100" cy="1223100"/>
          </a:xfrm>
          <a:prstGeom prst="rect">
            <a:avLst/>
          </a:prstGeom>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Tree>
    <p:extLst>
      <p:ext uri="{BB962C8B-B14F-4D97-AF65-F5344CB8AC3E}">
        <p14:creationId xmlns:p14="http://schemas.microsoft.com/office/powerpoint/2010/main" val="3031998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29"/>
        <p:cNvGrpSpPr/>
        <p:nvPr/>
      </p:nvGrpSpPr>
      <p:grpSpPr>
        <a:xfrm>
          <a:off x="0" y="0"/>
          <a:ext cx="0" cy="0"/>
          <a:chOff x="0" y="0"/>
          <a:chExt cx="0" cy="0"/>
        </a:xfrm>
      </p:grpSpPr>
      <p:sp>
        <p:nvSpPr>
          <p:cNvPr id="4930" name="Google Shape;4930;p46"/>
          <p:cNvSpPr txBox="1">
            <a:spLocks noGrp="1"/>
          </p:cNvSpPr>
          <p:nvPr>
            <p:ph type="title"/>
          </p:nvPr>
        </p:nvSpPr>
        <p:spPr>
          <a:xfrm>
            <a:off x="720000" y="445025"/>
            <a:ext cx="7757107"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dk2"/>
                </a:solidFill>
              </a:rPr>
              <a:t>ETAPAS </a:t>
            </a:r>
            <a:r>
              <a:rPr lang="en" dirty="0">
                <a:solidFill>
                  <a:schemeClr val="tx1"/>
                </a:solidFill>
              </a:rPr>
              <a:t>DO PROCESSO DE DESENVOLVIMENTO</a:t>
            </a:r>
            <a:endParaRPr dirty="0">
              <a:solidFill>
                <a:schemeClr val="tx1"/>
              </a:solidFill>
            </a:endParaRPr>
          </a:p>
        </p:txBody>
      </p:sp>
      <p:graphicFrame>
        <p:nvGraphicFramePr>
          <p:cNvPr id="4931" name="Google Shape;4931;p46"/>
          <p:cNvGraphicFramePr/>
          <p:nvPr>
            <p:extLst>
              <p:ext uri="{D42A27DB-BD31-4B8C-83A1-F6EECF244321}">
                <p14:modId xmlns:p14="http://schemas.microsoft.com/office/powerpoint/2010/main" val="1671485111"/>
              </p:ext>
            </p:extLst>
          </p:nvPr>
        </p:nvGraphicFramePr>
        <p:xfrm>
          <a:off x="720075" y="1302070"/>
          <a:ext cx="7703900" cy="3301925"/>
        </p:xfrm>
        <a:graphic>
          <a:graphicData uri="http://schemas.openxmlformats.org/drawingml/2006/table">
            <a:tbl>
              <a:tblPr>
                <a:noFill/>
                <a:tableStyleId>{693FAFB6-8EC5-4F80-B873-16289193C91B}</a:tableStyleId>
              </a:tblPr>
              <a:tblGrid>
                <a:gridCol w="2533525">
                  <a:extLst>
                    <a:ext uri="{9D8B030D-6E8A-4147-A177-3AD203B41FA5}">
                      <a16:colId xmlns:a16="http://schemas.microsoft.com/office/drawing/2014/main" val="20000"/>
                    </a:ext>
                  </a:extLst>
                </a:gridCol>
                <a:gridCol w="402150">
                  <a:extLst>
                    <a:ext uri="{9D8B030D-6E8A-4147-A177-3AD203B41FA5}">
                      <a16:colId xmlns:a16="http://schemas.microsoft.com/office/drawing/2014/main" val="20003"/>
                    </a:ext>
                  </a:extLst>
                </a:gridCol>
                <a:gridCol w="433475">
                  <a:extLst>
                    <a:ext uri="{9D8B030D-6E8A-4147-A177-3AD203B41FA5}">
                      <a16:colId xmlns:a16="http://schemas.microsoft.com/office/drawing/2014/main" val="20004"/>
                    </a:ext>
                  </a:extLst>
                </a:gridCol>
                <a:gridCol w="433475">
                  <a:extLst>
                    <a:ext uri="{9D8B030D-6E8A-4147-A177-3AD203B41FA5}">
                      <a16:colId xmlns:a16="http://schemas.microsoft.com/office/drawing/2014/main" val="20005"/>
                    </a:ext>
                  </a:extLst>
                </a:gridCol>
                <a:gridCol w="433475">
                  <a:extLst>
                    <a:ext uri="{9D8B030D-6E8A-4147-A177-3AD203B41FA5}">
                      <a16:colId xmlns:a16="http://schemas.microsoft.com/office/drawing/2014/main" val="20006"/>
                    </a:ext>
                  </a:extLst>
                </a:gridCol>
                <a:gridCol w="433475">
                  <a:extLst>
                    <a:ext uri="{9D8B030D-6E8A-4147-A177-3AD203B41FA5}">
                      <a16:colId xmlns:a16="http://schemas.microsoft.com/office/drawing/2014/main" val="20007"/>
                    </a:ext>
                  </a:extLst>
                </a:gridCol>
                <a:gridCol w="433475">
                  <a:extLst>
                    <a:ext uri="{9D8B030D-6E8A-4147-A177-3AD203B41FA5}">
                      <a16:colId xmlns:a16="http://schemas.microsoft.com/office/drawing/2014/main" val="20008"/>
                    </a:ext>
                  </a:extLst>
                </a:gridCol>
                <a:gridCol w="433475">
                  <a:extLst>
                    <a:ext uri="{9D8B030D-6E8A-4147-A177-3AD203B41FA5}">
                      <a16:colId xmlns:a16="http://schemas.microsoft.com/office/drawing/2014/main" val="20009"/>
                    </a:ext>
                  </a:extLst>
                </a:gridCol>
                <a:gridCol w="433475">
                  <a:extLst>
                    <a:ext uri="{9D8B030D-6E8A-4147-A177-3AD203B41FA5}">
                      <a16:colId xmlns:a16="http://schemas.microsoft.com/office/drawing/2014/main" val="20010"/>
                    </a:ext>
                  </a:extLst>
                </a:gridCol>
                <a:gridCol w="433475">
                  <a:extLst>
                    <a:ext uri="{9D8B030D-6E8A-4147-A177-3AD203B41FA5}">
                      <a16:colId xmlns:a16="http://schemas.microsoft.com/office/drawing/2014/main" val="20011"/>
                    </a:ext>
                  </a:extLst>
                </a:gridCol>
                <a:gridCol w="433475">
                  <a:extLst>
                    <a:ext uri="{9D8B030D-6E8A-4147-A177-3AD203B41FA5}">
                      <a16:colId xmlns:a16="http://schemas.microsoft.com/office/drawing/2014/main" val="20012"/>
                    </a:ext>
                  </a:extLst>
                </a:gridCol>
                <a:gridCol w="433475">
                  <a:extLst>
                    <a:ext uri="{9D8B030D-6E8A-4147-A177-3AD203B41FA5}">
                      <a16:colId xmlns:a16="http://schemas.microsoft.com/office/drawing/2014/main" val="20013"/>
                    </a:ext>
                  </a:extLst>
                </a:gridCol>
                <a:gridCol w="433475">
                  <a:extLst>
                    <a:ext uri="{9D8B030D-6E8A-4147-A177-3AD203B41FA5}">
                      <a16:colId xmlns:a16="http://schemas.microsoft.com/office/drawing/2014/main" val="20014"/>
                    </a:ext>
                  </a:extLst>
                </a:gridCol>
              </a:tblGrid>
              <a:tr h="359400">
                <a:tc>
                  <a:txBody>
                    <a:bodyPr/>
                    <a:lstStyle/>
                    <a:p>
                      <a:pPr marL="0" lvl="0" indent="0" algn="l" rtl="0">
                        <a:spcBef>
                          <a:spcPts val="0"/>
                        </a:spcBef>
                        <a:spcAft>
                          <a:spcPts val="0"/>
                        </a:spcAft>
                        <a:buNone/>
                      </a:pPr>
                      <a:r>
                        <a:rPr lang="en" b="1" dirty="0">
                          <a:solidFill>
                            <a:schemeClr val="dk1"/>
                          </a:solidFill>
                          <a:latin typeface="Poppins"/>
                          <a:ea typeface="Poppins"/>
                          <a:cs typeface="Poppins"/>
                          <a:sym typeface="Poppins"/>
                        </a:rPr>
                        <a:t>PASSOS</a:t>
                      </a:r>
                      <a:endParaRPr b="1" dirty="0">
                        <a:solidFill>
                          <a:schemeClr val="dk1"/>
                        </a:solidFill>
                        <a:latin typeface="Poppins"/>
                        <a:ea typeface="Poppins"/>
                        <a:cs typeface="Poppins"/>
                        <a:sym typeface="Poppi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b="1" dirty="0">
                        <a:solidFill>
                          <a:schemeClr val="dk1"/>
                        </a:solidFill>
                        <a:latin typeface="Poppins"/>
                        <a:ea typeface="Poppins"/>
                        <a:cs typeface="Poppins"/>
                        <a:sym typeface="Poppins"/>
                      </a:endParaRPr>
                    </a:p>
                  </a:txBody>
                  <a:tcPr marL="91425" marR="91425" marT="0" marB="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b="1" dirty="0">
                        <a:solidFill>
                          <a:schemeClr val="dk1"/>
                        </a:solidFill>
                        <a:latin typeface="Poppins"/>
                        <a:ea typeface="Poppins"/>
                        <a:cs typeface="Poppins"/>
                        <a:sym typeface="Poppi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b="1" dirty="0">
                        <a:solidFill>
                          <a:schemeClr val="dk1"/>
                        </a:solidFill>
                        <a:latin typeface="Poppins"/>
                        <a:ea typeface="Poppins"/>
                        <a:cs typeface="Poppins"/>
                        <a:sym typeface="Poppi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b="1" dirty="0">
                        <a:solidFill>
                          <a:schemeClr val="dk1"/>
                        </a:solidFill>
                        <a:latin typeface="Poppins"/>
                        <a:ea typeface="Poppins"/>
                        <a:cs typeface="Poppins"/>
                        <a:sym typeface="Poppi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b="1" dirty="0">
                        <a:solidFill>
                          <a:schemeClr val="dk1"/>
                        </a:solidFill>
                        <a:latin typeface="Poppins"/>
                        <a:ea typeface="Poppins"/>
                        <a:cs typeface="Poppins"/>
                        <a:sym typeface="Poppi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b="1" dirty="0">
                        <a:solidFill>
                          <a:schemeClr val="dk1"/>
                        </a:solidFill>
                        <a:latin typeface="Poppins"/>
                        <a:ea typeface="Poppins"/>
                        <a:cs typeface="Poppins"/>
                        <a:sym typeface="Poppi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b="1" dirty="0">
                        <a:solidFill>
                          <a:schemeClr val="dk1"/>
                        </a:solidFill>
                        <a:latin typeface="Poppins"/>
                        <a:ea typeface="Poppins"/>
                        <a:cs typeface="Poppins"/>
                        <a:sym typeface="Poppi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b="1" dirty="0">
                        <a:solidFill>
                          <a:schemeClr val="dk1"/>
                        </a:solidFill>
                        <a:latin typeface="Poppins"/>
                        <a:ea typeface="Poppins"/>
                        <a:cs typeface="Poppins"/>
                        <a:sym typeface="Poppi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b="1" dirty="0">
                        <a:solidFill>
                          <a:schemeClr val="dk1"/>
                        </a:solidFill>
                        <a:latin typeface="Poppins"/>
                        <a:ea typeface="Poppins"/>
                        <a:cs typeface="Poppins"/>
                        <a:sym typeface="Poppi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b="1" dirty="0">
                        <a:solidFill>
                          <a:schemeClr val="dk1"/>
                        </a:solidFill>
                        <a:latin typeface="Poppins"/>
                        <a:ea typeface="Poppins"/>
                        <a:cs typeface="Poppins"/>
                        <a:sym typeface="Poppi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b="1" dirty="0">
                        <a:solidFill>
                          <a:schemeClr val="dk1"/>
                        </a:solidFill>
                        <a:latin typeface="Poppins"/>
                        <a:ea typeface="Poppins"/>
                        <a:cs typeface="Poppins"/>
                        <a:sym typeface="Poppi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endParaRPr b="1" dirty="0">
                        <a:solidFill>
                          <a:schemeClr val="dk1"/>
                        </a:solidFill>
                        <a:latin typeface="Poppins"/>
                        <a:ea typeface="Poppins"/>
                        <a:cs typeface="Poppins"/>
                        <a:sym typeface="Poppi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359400">
                <a:tc>
                  <a:txBody>
                    <a:bodyPr/>
                    <a:lstStyle/>
                    <a:p>
                      <a:pPr marL="0" lvl="0" indent="0" algn="l" rtl="0">
                        <a:spcBef>
                          <a:spcPts val="0"/>
                        </a:spcBef>
                        <a:spcAft>
                          <a:spcPts val="0"/>
                        </a:spcAft>
                        <a:buNone/>
                      </a:pPr>
                      <a:r>
                        <a:rPr lang="en" dirty="0">
                          <a:solidFill>
                            <a:schemeClr val="dk1"/>
                          </a:solidFill>
                          <a:latin typeface="Poppins"/>
                          <a:ea typeface="Poppins"/>
                          <a:cs typeface="Poppins"/>
                          <a:sym typeface="Poppins"/>
                        </a:rPr>
                        <a:t>1. Planejamento</a:t>
                      </a:r>
                      <a:endParaRPr dirty="0">
                        <a:solidFill>
                          <a:schemeClr val="dk1"/>
                        </a:solidFill>
                        <a:latin typeface="Poppins"/>
                        <a:ea typeface="Poppins"/>
                        <a:cs typeface="Poppins"/>
                        <a:sym typeface="Poppi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rowSpan="8" gridSpan="12">
                  <a:txBody>
                    <a:bodyPr/>
                    <a:lstStyle/>
                    <a:p>
                      <a:pPr marL="0" lvl="0" indent="0" algn="l" rtl="0">
                        <a:spcBef>
                          <a:spcPts val="0"/>
                        </a:spcBef>
                        <a:spcAft>
                          <a:spcPts val="0"/>
                        </a:spcAft>
                        <a:buNone/>
                      </a:pPr>
                      <a:endParaRPr dirty="0">
                        <a:solidFill>
                          <a:schemeClr val="dk1"/>
                        </a:solidFill>
                        <a:latin typeface="Poppins"/>
                        <a:ea typeface="Poppins"/>
                        <a:cs typeface="Poppins"/>
                        <a:sym typeface="Poppins"/>
                      </a:endParaRPr>
                    </a:p>
                  </a:txBody>
                  <a:tcPr marL="91425" marR="91425" marT="0" marB="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rowSpan="8" hMerge="1">
                  <a:txBody>
                    <a:bodyPr/>
                    <a:lstStyle/>
                    <a:p>
                      <a:endParaRPr lang="pt-BR"/>
                    </a:p>
                  </a:txBody>
                  <a:tcPr/>
                </a:tc>
                <a:tc rowSpan="8" hMerge="1">
                  <a:txBody>
                    <a:bodyPr/>
                    <a:lstStyle/>
                    <a:p>
                      <a:endParaRPr lang="pt-BR"/>
                    </a:p>
                  </a:txBody>
                  <a:tcPr/>
                </a:tc>
                <a:tc rowSpan="8" hMerge="1">
                  <a:txBody>
                    <a:bodyPr/>
                    <a:lstStyle/>
                    <a:p>
                      <a:endParaRPr lang="pt-BR"/>
                    </a:p>
                  </a:txBody>
                  <a:tcPr/>
                </a:tc>
                <a:tc rowSpan="8" hMerge="1">
                  <a:txBody>
                    <a:bodyPr/>
                    <a:lstStyle/>
                    <a:p>
                      <a:endParaRPr lang="pt-BR"/>
                    </a:p>
                  </a:txBody>
                  <a:tcPr/>
                </a:tc>
                <a:tc rowSpan="8" hMerge="1">
                  <a:txBody>
                    <a:bodyPr/>
                    <a:lstStyle/>
                    <a:p>
                      <a:endParaRPr lang="pt-BR"/>
                    </a:p>
                  </a:txBody>
                  <a:tcPr/>
                </a:tc>
                <a:tc rowSpan="8" hMerge="1">
                  <a:txBody>
                    <a:bodyPr/>
                    <a:lstStyle/>
                    <a:p>
                      <a:endParaRPr lang="pt-BR"/>
                    </a:p>
                  </a:txBody>
                  <a:tcPr/>
                </a:tc>
                <a:tc rowSpan="8" hMerge="1">
                  <a:txBody>
                    <a:bodyPr/>
                    <a:lstStyle/>
                    <a:p>
                      <a:endParaRPr lang="pt-BR"/>
                    </a:p>
                  </a:txBody>
                  <a:tcPr/>
                </a:tc>
                <a:tc rowSpan="8" hMerge="1">
                  <a:txBody>
                    <a:bodyPr/>
                    <a:lstStyle/>
                    <a:p>
                      <a:endParaRPr lang="pt-BR"/>
                    </a:p>
                  </a:txBody>
                  <a:tcPr/>
                </a:tc>
                <a:tc rowSpan="8" hMerge="1">
                  <a:txBody>
                    <a:bodyPr/>
                    <a:lstStyle/>
                    <a:p>
                      <a:endParaRPr lang="pt-BR"/>
                    </a:p>
                  </a:txBody>
                  <a:tcPr/>
                </a:tc>
                <a:tc rowSpan="8" hMerge="1">
                  <a:txBody>
                    <a:bodyPr/>
                    <a:lstStyle/>
                    <a:p>
                      <a:endParaRPr lang="pt-BR"/>
                    </a:p>
                  </a:txBody>
                  <a:tcPr/>
                </a:tc>
                <a:tc rowSpan="8" hMerge="1">
                  <a:txBody>
                    <a:bodyPr/>
                    <a:lstStyle/>
                    <a:p>
                      <a:endParaRPr lang="pt-BR"/>
                    </a:p>
                  </a:txBody>
                  <a:tcPr/>
                </a:tc>
                <a:extLst>
                  <a:ext uri="{0D108BD9-81ED-4DB2-BD59-A6C34878D82A}">
                    <a16:rowId xmlns:a16="http://schemas.microsoft.com/office/drawing/2014/main" val="10001"/>
                  </a:ext>
                </a:extLst>
              </a:tr>
              <a:tr h="359400">
                <a:tc>
                  <a:txBody>
                    <a:bodyPr/>
                    <a:lstStyle/>
                    <a:p>
                      <a:pPr marL="0" lvl="0" indent="0" algn="l" rtl="0">
                        <a:spcBef>
                          <a:spcPts val="0"/>
                        </a:spcBef>
                        <a:spcAft>
                          <a:spcPts val="0"/>
                        </a:spcAft>
                        <a:buNone/>
                      </a:pPr>
                      <a:r>
                        <a:rPr lang="en" dirty="0">
                          <a:solidFill>
                            <a:schemeClr val="dk1"/>
                          </a:solidFill>
                          <a:latin typeface="Poppins"/>
                          <a:ea typeface="Poppins"/>
                          <a:cs typeface="Poppins"/>
                          <a:sym typeface="Poppins"/>
                        </a:rPr>
                        <a:t>2. Estruturação inicial</a:t>
                      </a:r>
                      <a:endParaRPr dirty="0">
                        <a:solidFill>
                          <a:schemeClr val="dk1"/>
                        </a:solidFill>
                        <a:latin typeface="Poppins"/>
                        <a:ea typeface="Poppins"/>
                        <a:cs typeface="Poppins"/>
                        <a:sym typeface="Poppi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gridSpan="12"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extLst>
                  <a:ext uri="{0D108BD9-81ED-4DB2-BD59-A6C34878D82A}">
                    <a16:rowId xmlns:a16="http://schemas.microsoft.com/office/drawing/2014/main" val="10002"/>
                  </a:ext>
                </a:extLst>
              </a:tr>
              <a:tr h="359400">
                <a:tc>
                  <a:txBody>
                    <a:bodyPr/>
                    <a:lstStyle/>
                    <a:p>
                      <a:pPr marL="0" lvl="0" indent="0" algn="l" rtl="0">
                        <a:spcBef>
                          <a:spcPts val="0"/>
                        </a:spcBef>
                        <a:spcAft>
                          <a:spcPts val="0"/>
                        </a:spcAft>
                        <a:buNone/>
                      </a:pPr>
                      <a:r>
                        <a:rPr lang="en" dirty="0">
                          <a:solidFill>
                            <a:schemeClr val="dk1"/>
                          </a:solidFill>
                          <a:latin typeface="Poppins"/>
                          <a:ea typeface="Poppins"/>
                          <a:cs typeface="Poppins"/>
                          <a:sym typeface="Poppins"/>
                        </a:rPr>
                        <a:t>3. Webscrapping</a:t>
                      </a:r>
                      <a:endParaRPr dirty="0">
                        <a:solidFill>
                          <a:schemeClr val="dk1"/>
                        </a:solidFill>
                        <a:latin typeface="Poppins"/>
                        <a:ea typeface="Poppins"/>
                        <a:cs typeface="Poppins"/>
                        <a:sym typeface="Poppi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gridSpan="12"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extLst>
                  <a:ext uri="{0D108BD9-81ED-4DB2-BD59-A6C34878D82A}">
                    <a16:rowId xmlns:a16="http://schemas.microsoft.com/office/drawing/2014/main" val="10003"/>
                  </a:ext>
                </a:extLst>
              </a:tr>
              <a:tr h="426725">
                <a:tc>
                  <a:txBody>
                    <a:bodyPr/>
                    <a:lstStyle/>
                    <a:p>
                      <a:pPr marL="0" lvl="0" indent="0" algn="l" rtl="0">
                        <a:spcBef>
                          <a:spcPts val="0"/>
                        </a:spcBef>
                        <a:spcAft>
                          <a:spcPts val="0"/>
                        </a:spcAft>
                        <a:buNone/>
                      </a:pPr>
                      <a:r>
                        <a:rPr lang="en" dirty="0">
                          <a:solidFill>
                            <a:schemeClr val="dk1"/>
                          </a:solidFill>
                          <a:latin typeface="Poppins"/>
                          <a:ea typeface="Poppins"/>
                          <a:cs typeface="Poppins"/>
                          <a:sym typeface="Poppins"/>
                        </a:rPr>
                        <a:t>4. Dados do yfinance</a:t>
                      </a:r>
                      <a:endParaRPr dirty="0">
                        <a:solidFill>
                          <a:schemeClr val="dk1"/>
                        </a:solidFill>
                        <a:latin typeface="Poppins"/>
                        <a:ea typeface="Poppins"/>
                        <a:cs typeface="Poppins"/>
                        <a:sym typeface="Poppi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gridSpan="12"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extLst>
                  <a:ext uri="{0D108BD9-81ED-4DB2-BD59-A6C34878D82A}">
                    <a16:rowId xmlns:a16="http://schemas.microsoft.com/office/drawing/2014/main" val="10004"/>
                  </a:ext>
                </a:extLst>
              </a:tr>
              <a:tr h="359400">
                <a:tc>
                  <a:txBody>
                    <a:bodyPr/>
                    <a:lstStyle/>
                    <a:p>
                      <a:pPr marL="0" lvl="0" indent="0" algn="l" rtl="0">
                        <a:spcBef>
                          <a:spcPts val="0"/>
                        </a:spcBef>
                        <a:spcAft>
                          <a:spcPts val="0"/>
                        </a:spcAft>
                        <a:buNone/>
                      </a:pPr>
                      <a:r>
                        <a:rPr lang="en" dirty="0">
                          <a:solidFill>
                            <a:schemeClr val="dk1"/>
                          </a:solidFill>
                          <a:latin typeface="Poppins"/>
                          <a:ea typeface="Poppins"/>
                          <a:cs typeface="Poppins"/>
                          <a:sym typeface="Poppins"/>
                        </a:rPr>
                        <a:t>5. Prompts das LLMs</a:t>
                      </a:r>
                      <a:endParaRPr dirty="0">
                        <a:solidFill>
                          <a:schemeClr val="dk1"/>
                        </a:solidFill>
                        <a:latin typeface="Poppins"/>
                        <a:ea typeface="Poppins"/>
                        <a:cs typeface="Poppins"/>
                        <a:sym typeface="Poppi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gridSpan="12"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extLst>
                  <a:ext uri="{0D108BD9-81ED-4DB2-BD59-A6C34878D82A}">
                    <a16:rowId xmlns:a16="http://schemas.microsoft.com/office/drawing/2014/main" val="10005"/>
                  </a:ext>
                </a:extLst>
              </a:tr>
              <a:tr h="359400">
                <a:tc>
                  <a:txBody>
                    <a:bodyPr/>
                    <a:lstStyle/>
                    <a:p>
                      <a:pPr marL="0" lvl="0" indent="0" algn="l" rtl="0">
                        <a:spcBef>
                          <a:spcPts val="0"/>
                        </a:spcBef>
                        <a:spcAft>
                          <a:spcPts val="0"/>
                        </a:spcAft>
                        <a:buNone/>
                      </a:pPr>
                      <a:r>
                        <a:rPr lang="en" dirty="0">
                          <a:solidFill>
                            <a:schemeClr val="dk1"/>
                          </a:solidFill>
                          <a:latin typeface="Poppins"/>
                          <a:ea typeface="Poppins"/>
                          <a:cs typeface="Poppins"/>
                          <a:sym typeface="Poppins"/>
                        </a:rPr>
                        <a:t>6. Estruturação do banco</a:t>
                      </a:r>
                      <a:endParaRPr dirty="0">
                        <a:solidFill>
                          <a:schemeClr val="dk1"/>
                        </a:solidFill>
                        <a:latin typeface="Poppins"/>
                        <a:ea typeface="Poppins"/>
                        <a:cs typeface="Poppins"/>
                        <a:sym typeface="Poppi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gridSpan="12"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extLst>
                  <a:ext uri="{0D108BD9-81ED-4DB2-BD59-A6C34878D82A}">
                    <a16:rowId xmlns:a16="http://schemas.microsoft.com/office/drawing/2014/main" val="10006"/>
                  </a:ext>
                </a:extLst>
              </a:tr>
              <a:tr h="359400">
                <a:tc>
                  <a:txBody>
                    <a:bodyPr/>
                    <a:lstStyle/>
                    <a:p>
                      <a:pPr marL="0" lvl="0" indent="0" algn="l" rtl="0">
                        <a:spcBef>
                          <a:spcPts val="0"/>
                        </a:spcBef>
                        <a:spcAft>
                          <a:spcPts val="0"/>
                        </a:spcAft>
                        <a:buNone/>
                      </a:pPr>
                      <a:r>
                        <a:rPr lang="en" dirty="0">
                          <a:solidFill>
                            <a:schemeClr val="dk1"/>
                          </a:solidFill>
                          <a:latin typeface="Poppins"/>
                          <a:ea typeface="Poppins"/>
                          <a:cs typeface="Poppins"/>
                          <a:sym typeface="Poppins"/>
                        </a:rPr>
                        <a:t>7. Integração com MySQL</a:t>
                      </a:r>
                      <a:endParaRPr dirty="0">
                        <a:solidFill>
                          <a:schemeClr val="dk1"/>
                        </a:solidFill>
                        <a:latin typeface="Poppins"/>
                        <a:ea typeface="Poppins"/>
                        <a:cs typeface="Poppins"/>
                        <a:sym typeface="Poppi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gridSpan="12"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extLst>
                  <a:ext uri="{0D108BD9-81ED-4DB2-BD59-A6C34878D82A}">
                    <a16:rowId xmlns:a16="http://schemas.microsoft.com/office/drawing/2014/main" val="10007"/>
                  </a:ext>
                </a:extLst>
              </a:tr>
              <a:tr h="359400">
                <a:tc>
                  <a:txBody>
                    <a:bodyPr/>
                    <a:lstStyle/>
                    <a:p>
                      <a:pPr marL="0" lvl="0" indent="0" algn="l" rtl="0">
                        <a:spcBef>
                          <a:spcPts val="0"/>
                        </a:spcBef>
                        <a:spcAft>
                          <a:spcPts val="0"/>
                        </a:spcAft>
                        <a:buNone/>
                      </a:pPr>
                      <a:r>
                        <a:rPr lang="en" dirty="0">
                          <a:solidFill>
                            <a:schemeClr val="dk1"/>
                          </a:solidFill>
                          <a:latin typeface="Poppins"/>
                          <a:ea typeface="Poppins"/>
                          <a:cs typeface="Poppins"/>
                          <a:sym typeface="Poppins"/>
                        </a:rPr>
                        <a:t>8. Dashboard + relatório</a:t>
                      </a:r>
                      <a:endParaRPr dirty="0">
                        <a:solidFill>
                          <a:schemeClr val="dk1"/>
                        </a:solidFill>
                        <a:latin typeface="Poppins"/>
                        <a:ea typeface="Poppins"/>
                        <a:cs typeface="Poppins"/>
                        <a:sym typeface="Poppins"/>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gridSpan="12"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tc hMerge="1" vMerge="1">
                  <a:txBody>
                    <a:bodyPr/>
                    <a:lstStyle/>
                    <a:p>
                      <a:endParaRPr lang="pt-BR"/>
                    </a:p>
                  </a:txBody>
                  <a:tcPr/>
                </a:tc>
                <a:extLst>
                  <a:ext uri="{0D108BD9-81ED-4DB2-BD59-A6C34878D82A}">
                    <a16:rowId xmlns:a16="http://schemas.microsoft.com/office/drawing/2014/main" val="10008"/>
                  </a:ext>
                </a:extLst>
              </a:tr>
            </a:tbl>
          </a:graphicData>
        </a:graphic>
      </p:graphicFrame>
      <p:pic>
        <p:nvPicPr>
          <p:cNvPr id="3" name="Imagem 2">
            <a:extLst>
              <a:ext uri="{FF2B5EF4-FFF2-40B4-BE49-F238E27FC236}">
                <a16:creationId xmlns:a16="http://schemas.microsoft.com/office/drawing/2014/main" id="{BF19EA08-F4C0-FF7B-A245-AB82CB2BB9AA}"/>
              </a:ext>
            </a:extLst>
          </p:cNvPr>
          <p:cNvPicPr>
            <a:picLocks noChangeAspect="1"/>
          </p:cNvPicPr>
          <p:nvPr/>
        </p:nvPicPr>
        <p:blipFill>
          <a:blip r:embed="rId3"/>
          <a:stretch>
            <a:fillRect/>
          </a:stretch>
        </p:blipFill>
        <p:spPr>
          <a:xfrm>
            <a:off x="3257979" y="1675752"/>
            <a:ext cx="5165945" cy="2928243"/>
          </a:xfrm>
          <a:prstGeom prst="rect">
            <a:avLst/>
          </a:prstGeom>
        </p:spPr>
      </p:pic>
      <p:sp>
        <p:nvSpPr>
          <p:cNvPr id="4" name="Google Shape;4930;p46">
            <a:extLst>
              <a:ext uri="{FF2B5EF4-FFF2-40B4-BE49-F238E27FC236}">
                <a16:creationId xmlns:a16="http://schemas.microsoft.com/office/drawing/2014/main" id="{D7D6D677-8640-1892-2D02-9F721C845B1D}"/>
              </a:ext>
            </a:extLst>
          </p:cNvPr>
          <p:cNvSpPr txBox="1">
            <a:spLocks/>
          </p:cNvSpPr>
          <p:nvPr/>
        </p:nvSpPr>
        <p:spPr>
          <a:xfrm>
            <a:off x="4776921" y="4586371"/>
            <a:ext cx="3750391" cy="33774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Poppins ExtraBold"/>
              <a:buNone/>
              <a:defRPr sz="2600" b="0" i="0" u="none" strike="noStrike" cap="none">
                <a:solidFill>
                  <a:schemeClr val="dk1"/>
                </a:solidFill>
                <a:latin typeface="Poppins ExtraBold"/>
                <a:ea typeface="Poppins ExtraBold"/>
                <a:cs typeface="Poppins ExtraBold"/>
                <a:sym typeface="Poppins ExtraBold"/>
              </a:defRPr>
            </a:lvl1pPr>
            <a:lvl2pPr marR="0" lvl="1" algn="l" rtl="0">
              <a:lnSpc>
                <a:spcPct val="100000"/>
              </a:lnSpc>
              <a:spcBef>
                <a:spcPts val="0"/>
              </a:spcBef>
              <a:spcAft>
                <a:spcPts val="0"/>
              </a:spcAft>
              <a:buClr>
                <a:schemeClr val="dk1"/>
              </a:buClr>
              <a:buSzPts val="2600"/>
              <a:buFont typeface="Poppins ExtraBold"/>
              <a:buNone/>
              <a:defRPr sz="2600" b="0" i="0" u="none" strike="noStrike" cap="none">
                <a:solidFill>
                  <a:schemeClr val="dk1"/>
                </a:solidFill>
                <a:latin typeface="Poppins ExtraBold"/>
                <a:ea typeface="Poppins ExtraBold"/>
                <a:cs typeface="Poppins ExtraBold"/>
                <a:sym typeface="Poppins ExtraBold"/>
              </a:defRPr>
            </a:lvl2pPr>
            <a:lvl3pPr marR="0" lvl="2" algn="l" rtl="0">
              <a:lnSpc>
                <a:spcPct val="100000"/>
              </a:lnSpc>
              <a:spcBef>
                <a:spcPts val="0"/>
              </a:spcBef>
              <a:spcAft>
                <a:spcPts val="0"/>
              </a:spcAft>
              <a:buClr>
                <a:schemeClr val="dk1"/>
              </a:buClr>
              <a:buSzPts val="2600"/>
              <a:buFont typeface="Poppins ExtraBold"/>
              <a:buNone/>
              <a:defRPr sz="2600" b="0" i="0" u="none" strike="noStrike" cap="none">
                <a:solidFill>
                  <a:schemeClr val="dk1"/>
                </a:solidFill>
                <a:latin typeface="Poppins ExtraBold"/>
                <a:ea typeface="Poppins ExtraBold"/>
                <a:cs typeface="Poppins ExtraBold"/>
                <a:sym typeface="Poppins ExtraBold"/>
              </a:defRPr>
            </a:lvl3pPr>
            <a:lvl4pPr marR="0" lvl="3" algn="l" rtl="0">
              <a:lnSpc>
                <a:spcPct val="100000"/>
              </a:lnSpc>
              <a:spcBef>
                <a:spcPts val="0"/>
              </a:spcBef>
              <a:spcAft>
                <a:spcPts val="0"/>
              </a:spcAft>
              <a:buClr>
                <a:schemeClr val="dk1"/>
              </a:buClr>
              <a:buSzPts val="2600"/>
              <a:buFont typeface="Poppins ExtraBold"/>
              <a:buNone/>
              <a:defRPr sz="2600" b="0" i="0" u="none" strike="noStrike" cap="none">
                <a:solidFill>
                  <a:schemeClr val="dk1"/>
                </a:solidFill>
                <a:latin typeface="Poppins ExtraBold"/>
                <a:ea typeface="Poppins ExtraBold"/>
                <a:cs typeface="Poppins ExtraBold"/>
                <a:sym typeface="Poppins ExtraBold"/>
              </a:defRPr>
            </a:lvl4pPr>
            <a:lvl5pPr marR="0" lvl="4" algn="l" rtl="0">
              <a:lnSpc>
                <a:spcPct val="100000"/>
              </a:lnSpc>
              <a:spcBef>
                <a:spcPts val="0"/>
              </a:spcBef>
              <a:spcAft>
                <a:spcPts val="0"/>
              </a:spcAft>
              <a:buClr>
                <a:schemeClr val="dk1"/>
              </a:buClr>
              <a:buSzPts val="2600"/>
              <a:buFont typeface="Poppins ExtraBold"/>
              <a:buNone/>
              <a:defRPr sz="2600" b="0" i="0" u="none" strike="noStrike" cap="none">
                <a:solidFill>
                  <a:schemeClr val="dk1"/>
                </a:solidFill>
                <a:latin typeface="Poppins ExtraBold"/>
                <a:ea typeface="Poppins ExtraBold"/>
                <a:cs typeface="Poppins ExtraBold"/>
                <a:sym typeface="Poppins ExtraBold"/>
              </a:defRPr>
            </a:lvl5pPr>
            <a:lvl6pPr marR="0" lvl="5" algn="l" rtl="0">
              <a:lnSpc>
                <a:spcPct val="100000"/>
              </a:lnSpc>
              <a:spcBef>
                <a:spcPts val="0"/>
              </a:spcBef>
              <a:spcAft>
                <a:spcPts val="0"/>
              </a:spcAft>
              <a:buClr>
                <a:schemeClr val="dk1"/>
              </a:buClr>
              <a:buSzPts val="2600"/>
              <a:buFont typeface="Poppins ExtraBold"/>
              <a:buNone/>
              <a:defRPr sz="2600" b="0" i="0" u="none" strike="noStrike" cap="none">
                <a:solidFill>
                  <a:schemeClr val="dk1"/>
                </a:solidFill>
                <a:latin typeface="Poppins ExtraBold"/>
                <a:ea typeface="Poppins ExtraBold"/>
                <a:cs typeface="Poppins ExtraBold"/>
                <a:sym typeface="Poppins ExtraBold"/>
              </a:defRPr>
            </a:lvl6pPr>
            <a:lvl7pPr marR="0" lvl="6" algn="l" rtl="0">
              <a:lnSpc>
                <a:spcPct val="100000"/>
              </a:lnSpc>
              <a:spcBef>
                <a:spcPts val="0"/>
              </a:spcBef>
              <a:spcAft>
                <a:spcPts val="0"/>
              </a:spcAft>
              <a:buClr>
                <a:schemeClr val="dk1"/>
              </a:buClr>
              <a:buSzPts val="2600"/>
              <a:buFont typeface="Poppins ExtraBold"/>
              <a:buNone/>
              <a:defRPr sz="2600" b="0" i="0" u="none" strike="noStrike" cap="none">
                <a:solidFill>
                  <a:schemeClr val="dk1"/>
                </a:solidFill>
                <a:latin typeface="Poppins ExtraBold"/>
                <a:ea typeface="Poppins ExtraBold"/>
                <a:cs typeface="Poppins ExtraBold"/>
                <a:sym typeface="Poppins ExtraBold"/>
              </a:defRPr>
            </a:lvl7pPr>
            <a:lvl8pPr marR="0" lvl="7" algn="l" rtl="0">
              <a:lnSpc>
                <a:spcPct val="100000"/>
              </a:lnSpc>
              <a:spcBef>
                <a:spcPts val="0"/>
              </a:spcBef>
              <a:spcAft>
                <a:spcPts val="0"/>
              </a:spcAft>
              <a:buClr>
                <a:schemeClr val="dk1"/>
              </a:buClr>
              <a:buSzPts val="2600"/>
              <a:buFont typeface="Poppins ExtraBold"/>
              <a:buNone/>
              <a:defRPr sz="2600" b="0" i="0" u="none" strike="noStrike" cap="none">
                <a:solidFill>
                  <a:schemeClr val="dk1"/>
                </a:solidFill>
                <a:latin typeface="Poppins ExtraBold"/>
                <a:ea typeface="Poppins ExtraBold"/>
                <a:cs typeface="Poppins ExtraBold"/>
                <a:sym typeface="Poppins ExtraBold"/>
              </a:defRPr>
            </a:lvl8pPr>
            <a:lvl9pPr marR="0" lvl="8" algn="l" rtl="0">
              <a:lnSpc>
                <a:spcPct val="100000"/>
              </a:lnSpc>
              <a:spcBef>
                <a:spcPts val="0"/>
              </a:spcBef>
              <a:spcAft>
                <a:spcPts val="0"/>
              </a:spcAft>
              <a:buClr>
                <a:schemeClr val="dk1"/>
              </a:buClr>
              <a:buSzPts val="2600"/>
              <a:buFont typeface="Poppins ExtraBold"/>
              <a:buNone/>
              <a:defRPr sz="2600" b="0" i="0" u="none" strike="noStrike" cap="none">
                <a:solidFill>
                  <a:schemeClr val="dk1"/>
                </a:solidFill>
                <a:latin typeface="Poppins ExtraBold"/>
                <a:ea typeface="Poppins ExtraBold"/>
                <a:cs typeface="Poppins ExtraBold"/>
                <a:sym typeface="Poppins ExtraBold"/>
              </a:defRPr>
            </a:lvl9pPr>
          </a:lstStyle>
          <a:p>
            <a:r>
              <a:rPr lang="pt-BR" sz="1100" dirty="0" err="1">
                <a:solidFill>
                  <a:srgbClr val="D1BA97"/>
                </a:solidFill>
                <a:latin typeface="+mj-lt"/>
              </a:rPr>
              <a:t>Ps</a:t>
            </a:r>
            <a:r>
              <a:rPr lang="pt-BR" sz="1100" dirty="0">
                <a:solidFill>
                  <a:srgbClr val="D1BA97"/>
                </a:solidFill>
                <a:latin typeface="+mj-lt"/>
              </a:rPr>
              <a:t>: O Dashboard interativo está no repositório do GitHub</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03">
          <a:extLst>
            <a:ext uri="{FF2B5EF4-FFF2-40B4-BE49-F238E27FC236}">
              <a16:creationId xmlns:a16="http://schemas.microsoft.com/office/drawing/2014/main" id="{28885F03-49B6-2EB1-1DDD-89EC3961EA7D}"/>
            </a:ext>
          </a:extLst>
        </p:cNvPr>
        <p:cNvGrpSpPr/>
        <p:nvPr/>
      </p:nvGrpSpPr>
      <p:grpSpPr>
        <a:xfrm>
          <a:off x="0" y="0"/>
          <a:ext cx="0" cy="0"/>
          <a:chOff x="0" y="0"/>
          <a:chExt cx="0" cy="0"/>
        </a:xfrm>
      </p:grpSpPr>
      <p:sp>
        <p:nvSpPr>
          <p:cNvPr id="4904" name="Google Shape;4904;p45">
            <a:extLst>
              <a:ext uri="{FF2B5EF4-FFF2-40B4-BE49-F238E27FC236}">
                <a16:creationId xmlns:a16="http://schemas.microsoft.com/office/drawing/2014/main" id="{005EC706-349D-D188-9476-E200E225347F}"/>
              </a:ext>
            </a:extLst>
          </p:cNvPr>
          <p:cNvSpPr txBox="1">
            <a:spLocks noGrp="1"/>
          </p:cNvSpPr>
          <p:nvPr>
            <p:ph type="title"/>
          </p:nvPr>
        </p:nvSpPr>
        <p:spPr>
          <a:xfrm>
            <a:off x="1382100" y="300488"/>
            <a:ext cx="5852100" cy="641412"/>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pt-BR" dirty="0"/>
              <a:t>DIFICULDADES</a:t>
            </a:r>
            <a:endParaRPr dirty="0">
              <a:solidFill>
                <a:schemeClr val="dk2"/>
              </a:solidFill>
            </a:endParaRPr>
          </a:p>
        </p:txBody>
      </p:sp>
      <p:sp>
        <p:nvSpPr>
          <p:cNvPr id="4905" name="Google Shape;4905;p45">
            <a:extLst>
              <a:ext uri="{FF2B5EF4-FFF2-40B4-BE49-F238E27FC236}">
                <a16:creationId xmlns:a16="http://schemas.microsoft.com/office/drawing/2014/main" id="{B58FF93C-AC40-323B-E650-1B679491C901}"/>
              </a:ext>
            </a:extLst>
          </p:cNvPr>
          <p:cNvSpPr txBox="1">
            <a:spLocks noGrp="1"/>
          </p:cNvSpPr>
          <p:nvPr>
            <p:ph type="body" idx="1"/>
          </p:nvPr>
        </p:nvSpPr>
        <p:spPr>
          <a:xfrm>
            <a:off x="1381367" y="980673"/>
            <a:ext cx="5852100" cy="2936822"/>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Clr>
                <a:schemeClr val="dk1"/>
              </a:buClr>
              <a:buSzPts val="1100"/>
              <a:buFont typeface="Arial" panose="020B0604020202020204" pitchFamily="34" charset="0"/>
              <a:buChar char="•"/>
            </a:pPr>
            <a:r>
              <a:rPr lang="pt-BR" dirty="0">
                <a:solidFill>
                  <a:schemeClr val="tx1"/>
                </a:solidFill>
              </a:rPr>
              <a:t>Estruturação inicial robusta</a:t>
            </a:r>
          </a:p>
          <a:p>
            <a:pPr marL="285750" lvl="0" indent="-285750" algn="l" rtl="0">
              <a:spcBef>
                <a:spcPts val="0"/>
              </a:spcBef>
              <a:spcAft>
                <a:spcPts val="1200"/>
              </a:spcAft>
              <a:buClr>
                <a:schemeClr val="dk1"/>
              </a:buClr>
              <a:buSzPts val="1100"/>
              <a:buFont typeface="Arial" panose="020B0604020202020204" pitchFamily="34" charset="0"/>
              <a:buChar char="•"/>
            </a:pPr>
            <a:r>
              <a:rPr lang="pt-BR" dirty="0">
                <a:solidFill>
                  <a:schemeClr val="tx1"/>
                </a:solidFill>
              </a:rPr>
              <a:t>Interpretação dos dados de cotação e dos indicadores fundamentalistas</a:t>
            </a:r>
          </a:p>
          <a:p>
            <a:pPr marL="285750" lvl="0" indent="-285750" algn="l" rtl="0">
              <a:spcBef>
                <a:spcPts val="0"/>
              </a:spcBef>
              <a:spcAft>
                <a:spcPts val="1200"/>
              </a:spcAft>
              <a:buClr>
                <a:schemeClr val="dk1"/>
              </a:buClr>
              <a:buSzPts val="1100"/>
              <a:buFont typeface="Arial" panose="020B0604020202020204" pitchFamily="34" charset="0"/>
              <a:buChar char="•"/>
            </a:pPr>
            <a:r>
              <a:rPr lang="pt-BR" dirty="0">
                <a:solidFill>
                  <a:schemeClr val="tx1"/>
                </a:solidFill>
              </a:rPr>
              <a:t>Achar os elementos corretos no código fonte de cada site</a:t>
            </a:r>
          </a:p>
          <a:p>
            <a:pPr marL="285750" lvl="0" indent="-285750" algn="l" rtl="0">
              <a:spcBef>
                <a:spcPts val="0"/>
              </a:spcBef>
              <a:spcAft>
                <a:spcPts val="1200"/>
              </a:spcAft>
              <a:buClr>
                <a:schemeClr val="dk1"/>
              </a:buClr>
              <a:buSzPts val="1100"/>
              <a:buFont typeface="Arial" panose="020B0604020202020204" pitchFamily="34" charset="0"/>
              <a:buChar char="•"/>
            </a:pPr>
            <a:r>
              <a:rPr lang="pt-BR" dirty="0">
                <a:solidFill>
                  <a:schemeClr val="tx1"/>
                </a:solidFill>
              </a:rPr>
              <a:t>Chaves APIs pagas</a:t>
            </a:r>
          </a:p>
          <a:p>
            <a:pPr marL="285750" lvl="0" indent="-285750" algn="l" rtl="0">
              <a:spcBef>
                <a:spcPts val="0"/>
              </a:spcBef>
              <a:spcAft>
                <a:spcPts val="1200"/>
              </a:spcAft>
              <a:buClr>
                <a:schemeClr val="dk1"/>
              </a:buClr>
              <a:buSzPts val="1100"/>
              <a:buFont typeface="Arial" panose="020B0604020202020204" pitchFamily="34" charset="0"/>
              <a:buChar char="•"/>
            </a:pPr>
            <a:r>
              <a:rPr lang="pt-BR" dirty="0">
                <a:solidFill>
                  <a:schemeClr val="tx1"/>
                </a:solidFill>
              </a:rPr>
              <a:t>Estruturação de prompts próprios para cada IA</a:t>
            </a:r>
          </a:p>
          <a:p>
            <a:pPr marL="285750" lvl="0" indent="-285750" algn="l" rtl="0">
              <a:spcBef>
                <a:spcPts val="0"/>
              </a:spcBef>
              <a:spcAft>
                <a:spcPts val="1200"/>
              </a:spcAft>
              <a:buClr>
                <a:schemeClr val="dk1"/>
              </a:buClr>
              <a:buSzPts val="1100"/>
              <a:buFont typeface="Arial" panose="020B0604020202020204" pitchFamily="34" charset="0"/>
              <a:buChar char="•"/>
            </a:pPr>
            <a:r>
              <a:rPr lang="pt-BR" dirty="0">
                <a:solidFill>
                  <a:schemeClr val="tx1"/>
                </a:solidFill>
              </a:rPr>
              <a:t>Documentação das bibliotecas</a:t>
            </a:r>
          </a:p>
          <a:p>
            <a:pPr marL="0" lvl="0" indent="0" algn="l" rtl="0">
              <a:spcBef>
                <a:spcPts val="0"/>
              </a:spcBef>
              <a:spcAft>
                <a:spcPts val="1200"/>
              </a:spcAft>
              <a:buClr>
                <a:schemeClr val="dk1"/>
              </a:buClr>
              <a:buSzPts val="1100"/>
              <a:buFont typeface="Arial"/>
              <a:buNone/>
            </a:pPr>
            <a:endParaRPr lang="en" dirty="0">
              <a:solidFill>
                <a:srgbClr val="D1BA97"/>
              </a:solidFill>
            </a:endParaRPr>
          </a:p>
          <a:p>
            <a:pPr marL="0" lvl="0" indent="0" algn="l" rtl="0">
              <a:spcBef>
                <a:spcPts val="0"/>
              </a:spcBef>
              <a:spcAft>
                <a:spcPts val="1200"/>
              </a:spcAft>
              <a:buClr>
                <a:schemeClr val="dk1"/>
              </a:buClr>
              <a:buSzPts val="1100"/>
              <a:buFont typeface="Arial"/>
              <a:buNone/>
            </a:pPr>
            <a:endParaRPr lang="en" dirty="0"/>
          </a:p>
        </p:txBody>
      </p:sp>
      <p:grpSp>
        <p:nvGrpSpPr>
          <p:cNvPr id="4906" name="Google Shape;4906;p45">
            <a:extLst>
              <a:ext uri="{FF2B5EF4-FFF2-40B4-BE49-F238E27FC236}">
                <a16:creationId xmlns:a16="http://schemas.microsoft.com/office/drawing/2014/main" id="{C77F0B74-1E8C-9A38-A37B-40E498DEB19D}"/>
              </a:ext>
            </a:extLst>
          </p:cNvPr>
          <p:cNvGrpSpPr/>
          <p:nvPr/>
        </p:nvGrpSpPr>
        <p:grpSpPr>
          <a:xfrm>
            <a:off x="1320482" y="4307905"/>
            <a:ext cx="1256089" cy="511681"/>
            <a:chOff x="7438192" y="539507"/>
            <a:chExt cx="1256089" cy="511681"/>
          </a:xfrm>
        </p:grpSpPr>
        <p:sp>
          <p:nvSpPr>
            <p:cNvPr id="4907" name="Google Shape;4907;p45">
              <a:extLst>
                <a:ext uri="{FF2B5EF4-FFF2-40B4-BE49-F238E27FC236}">
                  <a16:creationId xmlns:a16="http://schemas.microsoft.com/office/drawing/2014/main" id="{811A96E2-3BE5-04CE-D416-8A5CA8B9F723}"/>
                </a:ext>
              </a:extLst>
            </p:cNvPr>
            <p:cNvSpPr/>
            <p:nvPr/>
          </p:nvSpPr>
          <p:spPr>
            <a:xfrm>
              <a:off x="7815721"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45">
              <a:extLst>
                <a:ext uri="{FF2B5EF4-FFF2-40B4-BE49-F238E27FC236}">
                  <a16:creationId xmlns:a16="http://schemas.microsoft.com/office/drawing/2014/main" id="{2C9D4D53-392D-2668-92C2-FDA7324D7551}"/>
                </a:ext>
              </a:extLst>
            </p:cNvPr>
            <p:cNvSpPr/>
            <p:nvPr/>
          </p:nvSpPr>
          <p:spPr>
            <a:xfrm>
              <a:off x="8182593" y="539507"/>
              <a:ext cx="511688" cy="511681"/>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45">
              <a:extLst>
                <a:ext uri="{FF2B5EF4-FFF2-40B4-BE49-F238E27FC236}">
                  <a16:creationId xmlns:a16="http://schemas.microsoft.com/office/drawing/2014/main" id="{881D05CD-764F-54B1-C3DF-F373E3DA2BE9}"/>
                </a:ext>
              </a:extLst>
            </p:cNvPr>
            <p:cNvSpPr/>
            <p:nvPr/>
          </p:nvSpPr>
          <p:spPr>
            <a:xfrm>
              <a:off x="7438546"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45">
              <a:extLst>
                <a:ext uri="{FF2B5EF4-FFF2-40B4-BE49-F238E27FC236}">
                  <a16:creationId xmlns:a16="http://schemas.microsoft.com/office/drawing/2014/main" id="{0A01D5DA-1F03-AC9E-A3F6-5E87557982BC}"/>
                </a:ext>
              </a:extLst>
            </p:cNvPr>
            <p:cNvSpPr/>
            <p:nvPr/>
          </p:nvSpPr>
          <p:spPr>
            <a:xfrm>
              <a:off x="7815367"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1" name="Google Shape;4911;p45">
              <a:extLst>
                <a:ext uri="{FF2B5EF4-FFF2-40B4-BE49-F238E27FC236}">
                  <a16:creationId xmlns:a16="http://schemas.microsoft.com/office/drawing/2014/main" id="{FC991804-2F79-A5DC-20E9-EFB69DF86B52}"/>
                </a:ext>
              </a:extLst>
            </p:cNvPr>
            <p:cNvSpPr/>
            <p:nvPr/>
          </p:nvSpPr>
          <p:spPr>
            <a:xfrm>
              <a:off x="8182593" y="539507"/>
              <a:ext cx="511334" cy="511326"/>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45">
              <a:extLst>
                <a:ext uri="{FF2B5EF4-FFF2-40B4-BE49-F238E27FC236}">
                  <a16:creationId xmlns:a16="http://schemas.microsoft.com/office/drawing/2014/main" id="{8CE6F0F2-54D4-34E2-EA74-7851855B5EBE}"/>
                </a:ext>
              </a:extLst>
            </p:cNvPr>
            <p:cNvSpPr/>
            <p:nvPr/>
          </p:nvSpPr>
          <p:spPr>
            <a:xfrm>
              <a:off x="7438192"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3" name="Google Shape;4913;p45">
            <a:extLst>
              <a:ext uri="{FF2B5EF4-FFF2-40B4-BE49-F238E27FC236}">
                <a16:creationId xmlns:a16="http://schemas.microsoft.com/office/drawing/2014/main" id="{A125C90C-AF65-C492-4D69-4ACD28D84CEC}"/>
              </a:ext>
            </a:extLst>
          </p:cNvPr>
          <p:cNvGrpSpPr/>
          <p:nvPr/>
        </p:nvGrpSpPr>
        <p:grpSpPr>
          <a:xfrm rot="-627761">
            <a:off x="7302680" y="3741722"/>
            <a:ext cx="920243" cy="838380"/>
            <a:chOff x="5490316" y="1091489"/>
            <a:chExt cx="920218" cy="838358"/>
          </a:xfrm>
        </p:grpSpPr>
        <p:grpSp>
          <p:nvGrpSpPr>
            <p:cNvPr id="4914" name="Google Shape;4914;p45">
              <a:extLst>
                <a:ext uri="{FF2B5EF4-FFF2-40B4-BE49-F238E27FC236}">
                  <a16:creationId xmlns:a16="http://schemas.microsoft.com/office/drawing/2014/main" id="{13B0C820-0BDD-C82B-3175-D97C0634481B}"/>
                </a:ext>
              </a:extLst>
            </p:cNvPr>
            <p:cNvGrpSpPr/>
            <p:nvPr/>
          </p:nvGrpSpPr>
          <p:grpSpPr>
            <a:xfrm>
              <a:off x="5490316" y="1091489"/>
              <a:ext cx="920218" cy="838358"/>
              <a:chOff x="1310300" y="1329825"/>
              <a:chExt cx="599725" cy="546375"/>
            </a:xfrm>
          </p:grpSpPr>
          <p:sp>
            <p:nvSpPr>
              <p:cNvPr id="4915" name="Google Shape;4915;p45">
                <a:extLst>
                  <a:ext uri="{FF2B5EF4-FFF2-40B4-BE49-F238E27FC236}">
                    <a16:creationId xmlns:a16="http://schemas.microsoft.com/office/drawing/2014/main" id="{4CF8FB00-4F3B-4998-18BB-C4B921519798}"/>
                  </a:ext>
                </a:extLst>
              </p:cNvPr>
              <p:cNvSpPr/>
              <p:nvPr/>
            </p:nvSpPr>
            <p:spPr>
              <a:xfrm>
                <a:off x="1310300" y="1329825"/>
                <a:ext cx="599725" cy="546375"/>
              </a:xfrm>
              <a:custGeom>
                <a:avLst/>
                <a:gdLst/>
                <a:ahLst/>
                <a:cxnLst/>
                <a:rect l="l" t="t" r="r" b="b"/>
                <a:pathLst>
                  <a:path w="23989" h="21855" extrusionOk="0">
                    <a:moveTo>
                      <a:pt x="11994" y="1"/>
                    </a:moveTo>
                    <a:cubicBezTo>
                      <a:pt x="9198" y="1"/>
                      <a:pt x="6402" y="1068"/>
                      <a:pt x="4268" y="3202"/>
                    </a:cubicBezTo>
                    <a:cubicBezTo>
                      <a:pt x="0" y="7470"/>
                      <a:pt x="0" y="14386"/>
                      <a:pt x="4268" y="18654"/>
                    </a:cubicBezTo>
                    <a:cubicBezTo>
                      <a:pt x="6402" y="20788"/>
                      <a:pt x="9198" y="21855"/>
                      <a:pt x="11994" y="21855"/>
                    </a:cubicBezTo>
                    <a:cubicBezTo>
                      <a:pt x="14790" y="21855"/>
                      <a:pt x="17586" y="20788"/>
                      <a:pt x="19720" y="18654"/>
                    </a:cubicBezTo>
                    <a:cubicBezTo>
                      <a:pt x="23988" y="14386"/>
                      <a:pt x="23988" y="7470"/>
                      <a:pt x="19720" y="3202"/>
                    </a:cubicBezTo>
                    <a:cubicBezTo>
                      <a:pt x="17586" y="1068"/>
                      <a:pt x="14790" y="1"/>
                      <a:pt x="11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6" name="Google Shape;4916;p45">
                <a:extLst>
                  <a:ext uri="{FF2B5EF4-FFF2-40B4-BE49-F238E27FC236}">
                    <a16:creationId xmlns:a16="http://schemas.microsoft.com/office/drawing/2014/main" id="{3FA52EDF-ECA9-2A62-A1AA-9D46DCAE56BA}"/>
                  </a:ext>
                </a:extLst>
              </p:cNvPr>
              <p:cNvSpPr/>
              <p:nvPr/>
            </p:nvSpPr>
            <p:spPr>
              <a:xfrm>
                <a:off x="1394750" y="1387900"/>
                <a:ext cx="430825" cy="430825"/>
              </a:xfrm>
              <a:custGeom>
                <a:avLst/>
                <a:gdLst/>
                <a:ahLst/>
                <a:cxnLst/>
                <a:rect l="l" t="t" r="r" b="b"/>
                <a:pathLst>
                  <a:path w="17233" h="17233" extrusionOk="0">
                    <a:moveTo>
                      <a:pt x="17232" y="8616"/>
                    </a:moveTo>
                    <a:cubicBezTo>
                      <a:pt x="17232" y="13364"/>
                      <a:pt x="13375" y="17232"/>
                      <a:pt x="8616" y="17232"/>
                    </a:cubicBezTo>
                    <a:cubicBezTo>
                      <a:pt x="3857" y="17232"/>
                      <a:pt x="0" y="13364"/>
                      <a:pt x="0" y="8616"/>
                    </a:cubicBezTo>
                    <a:cubicBezTo>
                      <a:pt x="0" y="3857"/>
                      <a:pt x="3857" y="0"/>
                      <a:pt x="8616" y="0"/>
                    </a:cubicBezTo>
                    <a:cubicBezTo>
                      <a:pt x="13375" y="0"/>
                      <a:pt x="17232" y="3857"/>
                      <a:pt x="17232" y="8616"/>
                    </a:cubicBezTo>
                    <a:close/>
                  </a:path>
                </a:pathLst>
              </a:custGeom>
              <a:gradFill>
                <a:gsLst>
                  <a:gs pos="0">
                    <a:schemeClr val="accent1"/>
                  </a:gs>
                  <a:gs pos="100000">
                    <a:schemeClr val="lt1"/>
                  </a:gs>
                </a:gsLst>
                <a:path path="circle">
                  <a:fillToRect l="50000" t="50000" r="50000" b="50000"/>
                </a:path>
                <a:tileRect/>
              </a:gradFill>
              <a:ln>
                <a:noFill/>
              </a:ln>
              <a:effectLst>
                <a:outerShdw blurRad="57150" dist="47625" dir="486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7" name="Google Shape;4917;p45">
              <a:extLst>
                <a:ext uri="{FF2B5EF4-FFF2-40B4-BE49-F238E27FC236}">
                  <a16:creationId xmlns:a16="http://schemas.microsoft.com/office/drawing/2014/main" id="{7A9E4218-C738-5B12-08F5-CAB35123E000}"/>
                </a:ext>
              </a:extLst>
            </p:cNvPr>
            <p:cNvGrpSpPr/>
            <p:nvPr/>
          </p:nvGrpSpPr>
          <p:grpSpPr>
            <a:xfrm>
              <a:off x="5744349" y="1294706"/>
              <a:ext cx="412166" cy="412201"/>
              <a:chOff x="3497300" y="3955025"/>
              <a:chExt cx="295375" cy="295400"/>
            </a:xfrm>
          </p:grpSpPr>
          <p:sp>
            <p:nvSpPr>
              <p:cNvPr id="4918" name="Google Shape;4918;p45">
                <a:extLst>
                  <a:ext uri="{FF2B5EF4-FFF2-40B4-BE49-F238E27FC236}">
                    <a16:creationId xmlns:a16="http://schemas.microsoft.com/office/drawing/2014/main" id="{1704863E-81F5-7754-C16E-A9BC4E87904E}"/>
                  </a:ext>
                </a:extLst>
              </p:cNvPr>
              <p:cNvSpPr/>
              <p:nvPr/>
            </p:nvSpPr>
            <p:spPr>
              <a:xfrm>
                <a:off x="3660350" y="4035375"/>
                <a:ext cx="132325" cy="155175"/>
              </a:xfrm>
              <a:custGeom>
                <a:avLst/>
                <a:gdLst/>
                <a:ahLst/>
                <a:cxnLst/>
                <a:rect l="l" t="t" r="r" b="b"/>
                <a:pathLst>
                  <a:path w="5293" h="6207" extrusionOk="0">
                    <a:moveTo>
                      <a:pt x="4663" y="0"/>
                    </a:moveTo>
                    <a:lnTo>
                      <a:pt x="0" y="2773"/>
                    </a:lnTo>
                    <a:lnTo>
                      <a:pt x="4127" y="6207"/>
                    </a:lnTo>
                    <a:cubicBezTo>
                      <a:pt x="4852" y="5199"/>
                      <a:pt x="5293" y="4033"/>
                      <a:pt x="5293" y="2678"/>
                    </a:cubicBezTo>
                    <a:cubicBezTo>
                      <a:pt x="5293" y="1733"/>
                      <a:pt x="5041" y="851"/>
                      <a:pt x="46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9" name="Google Shape;4919;p45">
                <a:extLst>
                  <a:ext uri="{FF2B5EF4-FFF2-40B4-BE49-F238E27FC236}">
                    <a16:creationId xmlns:a16="http://schemas.microsoft.com/office/drawing/2014/main" id="{4679EB64-52A7-E323-7544-86326CED8A36}"/>
                  </a:ext>
                </a:extLst>
              </p:cNvPr>
              <p:cNvSpPr/>
              <p:nvPr/>
            </p:nvSpPr>
            <p:spPr>
              <a:xfrm>
                <a:off x="3653250" y="3955025"/>
                <a:ext cx="114225" cy="133150"/>
              </a:xfrm>
              <a:custGeom>
                <a:avLst/>
                <a:gdLst/>
                <a:ahLst/>
                <a:cxnLst/>
                <a:rect l="l" t="t" r="r" b="b"/>
                <a:pathLst>
                  <a:path w="4569" h="5326" extrusionOk="0">
                    <a:moveTo>
                      <a:pt x="1" y="1"/>
                    </a:moveTo>
                    <a:lnTo>
                      <a:pt x="1" y="5325"/>
                    </a:lnTo>
                    <a:lnTo>
                      <a:pt x="4569" y="2679"/>
                    </a:lnTo>
                    <a:cubicBezTo>
                      <a:pt x="3561" y="1167"/>
                      <a:pt x="1891" y="12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45">
                <a:extLst>
                  <a:ext uri="{FF2B5EF4-FFF2-40B4-BE49-F238E27FC236}">
                    <a16:creationId xmlns:a16="http://schemas.microsoft.com/office/drawing/2014/main" id="{4BAB8BB5-B871-8BF9-D89B-9AF49A1F3B3A}"/>
                  </a:ext>
                </a:extLst>
              </p:cNvPr>
              <p:cNvSpPr/>
              <p:nvPr/>
            </p:nvSpPr>
            <p:spPr>
              <a:xfrm>
                <a:off x="3497300" y="3955025"/>
                <a:ext cx="256000" cy="295400"/>
              </a:xfrm>
              <a:custGeom>
                <a:avLst/>
                <a:gdLst/>
                <a:ahLst/>
                <a:cxnLst/>
                <a:rect l="l" t="t" r="r" b="b"/>
                <a:pathLst>
                  <a:path w="10240" h="11816" extrusionOk="0">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21" name="Google Shape;4921;p45">
            <a:extLst>
              <a:ext uri="{FF2B5EF4-FFF2-40B4-BE49-F238E27FC236}">
                <a16:creationId xmlns:a16="http://schemas.microsoft.com/office/drawing/2014/main" id="{6C039A81-F154-D894-74AF-AE8A25E86D4B}"/>
              </a:ext>
            </a:extLst>
          </p:cNvPr>
          <p:cNvGrpSpPr/>
          <p:nvPr/>
        </p:nvGrpSpPr>
        <p:grpSpPr>
          <a:xfrm>
            <a:off x="7498042" y="539507"/>
            <a:ext cx="878914" cy="511681"/>
            <a:chOff x="4436950" y="1405000"/>
            <a:chExt cx="682175" cy="397175"/>
          </a:xfrm>
        </p:grpSpPr>
        <p:sp>
          <p:nvSpPr>
            <p:cNvPr id="4922" name="Google Shape;4922;p45">
              <a:extLst>
                <a:ext uri="{FF2B5EF4-FFF2-40B4-BE49-F238E27FC236}">
                  <a16:creationId xmlns:a16="http://schemas.microsoft.com/office/drawing/2014/main" id="{83025BF9-08BD-F597-39E6-AF2CC0D684A7}"/>
                </a:ext>
              </a:extLst>
            </p:cNvPr>
            <p:cNvSpPr/>
            <p:nvPr/>
          </p:nvSpPr>
          <p:spPr>
            <a:xfrm>
              <a:off x="4437225" y="1405000"/>
              <a:ext cx="397175" cy="397175"/>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45">
              <a:extLst>
                <a:ext uri="{FF2B5EF4-FFF2-40B4-BE49-F238E27FC236}">
                  <a16:creationId xmlns:a16="http://schemas.microsoft.com/office/drawing/2014/main" id="{F829F96A-BE59-CEB8-16D1-2D5CCB942F20}"/>
                </a:ext>
              </a:extLst>
            </p:cNvPr>
            <p:cNvSpPr/>
            <p:nvPr/>
          </p:nvSpPr>
          <p:spPr>
            <a:xfrm>
              <a:off x="4721975" y="1405000"/>
              <a:ext cx="397150" cy="397175"/>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45">
              <a:extLst>
                <a:ext uri="{FF2B5EF4-FFF2-40B4-BE49-F238E27FC236}">
                  <a16:creationId xmlns:a16="http://schemas.microsoft.com/office/drawing/2014/main" id="{71F3A82F-BDB1-121E-CEFE-4A13B852AB05}"/>
                </a:ext>
              </a:extLst>
            </p:cNvPr>
            <p:cNvSpPr/>
            <p:nvPr/>
          </p:nvSpPr>
          <p:spPr>
            <a:xfrm>
              <a:off x="4436950" y="1405000"/>
              <a:ext cx="396875" cy="396900"/>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5" name="Google Shape;4925;p45">
              <a:extLst>
                <a:ext uri="{FF2B5EF4-FFF2-40B4-BE49-F238E27FC236}">
                  <a16:creationId xmlns:a16="http://schemas.microsoft.com/office/drawing/2014/main" id="{6AA0666B-54B3-668B-B49B-C527825A2BD3}"/>
                </a:ext>
              </a:extLst>
            </p:cNvPr>
            <p:cNvSpPr/>
            <p:nvPr/>
          </p:nvSpPr>
          <p:spPr>
            <a:xfrm>
              <a:off x="4721975" y="1405000"/>
              <a:ext cx="396875" cy="396900"/>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089153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866">
          <a:extLst>
            <a:ext uri="{FF2B5EF4-FFF2-40B4-BE49-F238E27FC236}">
              <a16:creationId xmlns:a16="http://schemas.microsoft.com/office/drawing/2014/main" id="{8EDC1D6D-376A-D332-E329-A69F4CF7BB03}"/>
            </a:ext>
          </a:extLst>
        </p:cNvPr>
        <p:cNvGrpSpPr/>
        <p:nvPr/>
      </p:nvGrpSpPr>
      <p:grpSpPr>
        <a:xfrm>
          <a:off x="0" y="0"/>
          <a:ext cx="0" cy="0"/>
          <a:chOff x="0" y="0"/>
          <a:chExt cx="0" cy="0"/>
        </a:xfrm>
      </p:grpSpPr>
      <p:sp>
        <p:nvSpPr>
          <p:cNvPr id="4867" name="Google Shape;4867;p44">
            <a:extLst>
              <a:ext uri="{FF2B5EF4-FFF2-40B4-BE49-F238E27FC236}">
                <a16:creationId xmlns:a16="http://schemas.microsoft.com/office/drawing/2014/main" id="{3968C550-07D5-FD77-3DBC-3E2CA4842D94}"/>
              </a:ext>
            </a:extLst>
          </p:cNvPr>
          <p:cNvSpPr txBox="1">
            <a:spLocks noGrp="1"/>
          </p:cNvSpPr>
          <p:nvPr>
            <p:ph type="title"/>
          </p:nvPr>
        </p:nvSpPr>
        <p:spPr>
          <a:xfrm>
            <a:off x="1920300" y="1889687"/>
            <a:ext cx="5303400" cy="1481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 dirty="0"/>
              <a:t>CONCLUSÕES</a:t>
            </a:r>
            <a:endParaRPr dirty="0">
              <a:solidFill>
                <a:schemeClr val="dk2"/>
              </a:solidFill>
            </a:endParaRPr>
          </a:p>
        </p:txBody>
      </p:sp>
      <p:sp>
        <p:nvSpPr>
          <p:cNvPr id="4868" name="Google Shape;4868;p44">
            <a:extLst>
              <a:ext uri="{FF2B5EF4-FFF2-40B4-BE49-F238E27FC236}">
                <a16:creationId xmlns:a16="http://schemas.microsoft.com/office/drawing/2014/main" id="{79C88FA1-47F4-A279-0C38-27D79154574C}"/>
              </a:ext>
            </a:extLst>
          </p:cNvPr>
          <p:cNvSpPr txBox="1">
            <a:spLocks noGrp="1"/>
          </p:cNvSpPr>
          <p:nvPr>
            <p:ph type="subTitle" idx="1"/>
          </p:nvPr>
        </p:nvSpPr>
        <p:spPr>
          <a:xfrm>
            <a:off x="1920300" y="3769850"/>
            <a:ext cx="5303400" cy="411600"/>
          </a:xfrm>
          <a:prstGeom prst="rect">
            <a:avLst/>
          </a:prstGeom>
        </p:spPr>
        <p:txBody>
          <a:bodyPr spcFirstLastPara="1" wrap="square" lIns="91425" tIns="91425" rIns="91425" bIns="91425" anchor="t" anchorCtr="0">
            <a:noAutofit/>
          </a:bodyPr>
          <a:lstStyle/>
          <a:p>
            <a:pPr marL="0" lvl="0" indent="0">
              <a:buSzPts val="1100"/>
            </a:pPr>
            <a:r>
              <a:rPr lang="pt-BR" dirty="0"/>
              <a:t>Conclusão do case</a:t>
            </a:r>
          </a:p>
        </p:txBody>
      </p:sp>
      <p:grpSp>
        <p:nvGrpSpPr>
          <p:cNvPr id="4869" name="Google Shape;4869;p44">
            <a:extLst>
              <a:ext uri="{FF2B5EF4-FFF2-40B4-BE49-F238E27FC236}">
                <a16:creationId xmlns:a16="http://schemas.microsoft.com/office/drawing/2014/main" id="{ACC6DC83-7330-4285-E8E8-B9A6DCC70461}"/>
              </a:ext>
            </a:extLst>
          </p:cNvPr>
          <p:cNvGrpSpPr/>
          <p:nvPr/>
        </p:nvGrpSpPr>
        <p:grpSpPr>
          <a:xfrm>
            <a:off x="7430942" y="539507"/>
            <a:ext cx="1256089" cy="511681"/>
            <a:chOff x="7438192" y="539507"/>
            <a:chExt cx="1256089" cy="511681"/>
          </a:xfrm>
        </p:grpSpPr>
        <p:sp>
          <p:nvSpPr>
            <p:cNvPr id="4870" name="Google Shape;4870;p44">
              <a:extLst>
                <a:ext uri="{FF2B5EF4-FFF2-40B4-BE49-F238E27FC236}">
                  <a16:creationId xmlns:a16="http://schemas.microsoft.com/office/drawing/2014/main" id="{E04DC451-71FD-C8A7-B3F9-05881C4BC4CD}"/>
                </a:ext>
              </a:extLst>
            </p:cNvPr>
            <p:cNvSpPr/>
            <p:nvPr/>
          </p:nvSpPr>
          <p:spPr>
            <a:xfrm>
              <a:off x="7815721"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1" name="Google Shape;4871;p44">
              <a:extLst>
                <a:ext uri="{FF2B5EF4-FFF2-40B4-BE49-F238E27FC236}">
                  <a16:creationId xmlns:a16="http://schemas.microsoft.com/office/drawing/2014/main" id="{652770D1-C660-2ACF-3B2F-50F52F2DDDCC}"/>
                </a:ext>
              </a:extLst>
            </p:cNvPr>
            <p:cNvSpPr/>
            <p:nvPr/>
          </p:nvSpPr>
          <p:spPr>
            <a:xfrm>
              <a:off x="8182593" y="539507"/>
              <a:ext cx="511688" cy="511681"/>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2" name="Google Shape;4872;p44">
              <a:extLst>
                <a:ext uri="{FF2B5EF4-FFF2-40B4-BE49-F238E27FC236}">
                  <a16:creationId xmlns:a16="http://schemas.microsoft.com/office/drawing/2014/main" id="{036A2F63-C471-5D54-0F6C-E506043DF7A1}"/>
                </a:ext>
              </a:extLst>
            </p:cNvPr>
            <p:cNvSpPr/>
            <p:nvPr/>
          </p:nvSpPr>
          <p:spPr>
            <a:xfrm>
              <a:off x="7438546"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3" name="Google Shape;4873;p44">
              <a:extLst>
                <a:ext uri="{FF2B5EF4-FFF2-40B4-BE49-F238E27FC236}">
                  <a16:creationId xmlns:a16="http://schemas.microsoft.com/office/drawing/2014/main" id="{01B1F0A0-C517-880A-4266-0C93685D5F4E}"/>
                </a:ext>
              </a:extLst>
            </p:cNvPr>
            <p:cNvSpPr/>
            <p:nvPr/>
          </p:nvSpPr>
          <p:spPr>
            <a:xfrm>
              <a:off x="7815367"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4" name="Google Shape;4874;p44">
              <a:extLst>
                <a:ext uri="{FF2B5EF4-FFF2-40B4-BE49-F238E27FC236}">
                  <a16:creationId xmlns:a16="http://schemas.microsoft.com/office/drawing/2014/main" id="{716EB3F6-A80C-B25F-38B1-BC007FE574BB}"/>
                </a:ext>
              </a:extLst>
            </p:cNvPr>
            <p:cNvSpPr/>
            <p:nvPr/>
          </p:nvSpPr>
          <p:spPr>
            <a:xfrm>
              <a:off x="8182593" y="539507"/>
              <a:ext cx="511334" cy="511326"/>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5" name="Google Shape;4875;p44">
              <a:extLst>
                <a:ext uri="{FF2B5EF4-FFF2-40B4-BE49-F238E27FC236}">
                  <a16:creationId xmlns:a16="http://schemas.microsoft.com/office/drawing/2014/main" id="{E6A6D56A-2FC3-90E4-CD71-A5A1C1AE8755}"/>
                </a:ext>
              </a:extLst>
            </p:cNvPr>
            <p:cNvSpPr/>
            <p:nvPr/>
          </p:nvSpPr>
          <p:spPr>
            <a:xfrm>
              <a:off x="7438192"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76" name="Google Shape;4876;p44">
            <a:extLst>
              <a:ext uri="{FF2B5EF4-FFF2-40B4-BE49-F238E27FC236}">
                <a16:creationId xmlns:a16="http://schemas.microsoft.com/office/drawing/2014/main" id="{FA4F9F7F-811B-484C-5386-69E2C3651CCA}"/>
              </a:ext>
            </a:extLst>
          </p:cNvPr>
          <p:cNvGrpSpPr/>
          <p:nvPr/>
        </p:nvGrpSpPr>
        <p:grpSpPr>
          <a:xfrm>
            <a:off x="440642" y="4092332"/>
            <a:ext cx="878914" cy="511681"/>
            <a:chOff x="4436950" y="1405000"/>
            <a:chExt cx="682175" cy="397175"/>
          </a:xfrm>
        </p:grpSpPr>
        <p:sp>
          <p:nvSpPr>
            <p:cNvPr id="4877" name="Google Shape;4877;p44">
              <a:extLst>
                <a:ext uri="{FF2B5EF4-FFF2-40B4-BE49-F238E27FC236}">
                  <a16:creationId xmlns:a16="http://schemas.microsoft.com/office/drawing/2014/main" id="{53FE4964-E95A-30A8-4BA4-1C4B0221898F}"/>
                </a:ext>
              </a:extLst>
            </p:cNvPr>
            <p:cNvSpPr/>
            <p:nvPr/>
          </p:nvSpPr>
          <p:spPr>
            <a:xfrm>
              <a:off x="4437225" y="1405000"/>
              <a:ext cx="397175" cy="397175"/>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8" name="Google Shape;4878;p44">
              <a:extLst>
                <a:ext uri="{FF2B5EF4-FFF2-40B4-BE49-F238E27FC236}">
                  <a16:creationId xmlns:a16="http://schemas.microsoft.com/office/drawing/2014/main" id="{7686EA3A-42D8-D79F-10D7-94F190F1EF5D}"/>
                </a:ext>
              </a:extLst>
            </p:cNvPr>
            <p:cNvSpPr/>
            <p:nvPr/>
          </p:nvSpPr>
          <p:spPr>
            <a:xfrm>
              <a:off x="4721975" y="1405000"/>
              <a:ext cx="397150" cy="397175"/>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9" name="Google Shape;4879;p44">
              <a:extLst>
                <a:ext uri="{FF2B5EF4-FFF2-40B4-BE49-F238E27FC236}">
                  <a16:creationId xmlns:a16="http://schemas.microsoft.com/office/drawing/2014/main" id="{D58FE4DA-3FF3-3D66-FC28-F4375B23A42D}"/>
                </a:ext>
              </a:extLst>
            </p:cNvPr>
            <p:cNvSpPr/>
            <p:nvPr/>
          </p:nvSpPr>
          <p:spPr>
            <a:xfrm>
              <a:off x="4436950" y="1405000"/>
              <a:ext cx="396875" cy="396900"/>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0" name="Google Shape;4880;p44">
              <a:extLst>
                <a:ext uri="{FF2B5EF4-FFF2-40B4-BE49-F238E27FC236}">
                  <a16:creationId xmlns:a16="http://schemas.microsoft.com/office/drawing/2014/main" id="{073879C7-4319-E7A5-8450-EFC9E06123BD}"/>
                </a:ext>
              </a:extLst>
            </p:cNvPr>
            <p:cNvSpPr/>
            <p:nvPr/>
          </p:nvSpPr>
          <p:spPr>
            <a:xfrm>
              <a:off x="4721975" y="1405000"/>
              <a:ext cx="396875" cy="396900"/>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1" name="Google Shape;4881;p44">
            <a:extLst>
              <a:ext uri="{FF2B5EF4-FFF2-40B4-BE49-F238E27FC236}">
                <a16:creationId xmlns:a16="http://schemas.microsoft.com/office/drawing/2014/main" id="{A10FF5E2-884D-0751-C9A0-29DD5C56E438}"/>
              </a:ext>
            </a:extLst>
          </p:cNvPr>
          <p:cNvGrpSpPr/>
          <p:nvPr/>
        </p:nvGrpSpPr>
        <p:grpSpPr>
          <a:xfrm rot="-939157">
            <a:off x="1333227" y="960499"/>
            <a:ext cx="920204" cy="838345"/>
            <a:chOff x="2750591" y="2542826"/>
            <a:chExt cx="920218" cy="838358"/>
          </a:xfrm>
        </p:grpSpPr>
        <p:grpSp>
          <p:nvGrpSpPr>
            <p:cNvPr id="4882" name="Google Shape;4882;p44">
              <a:extLst>
                <a:ext uri="{FF2B5EF4-FFF2-40B4-BE49-F238E27FC236}">
                  <a16:creationId xmlns:a16="http://schemas.microsoft.com/office/drawing/2014/main" id="{6D45438F-9880-A076-04B3-E41B131C3AA8}"/>
                </a:ext>
              </a:extLst>
            </p:cNvPr>
            <p:cNvGrpSpPr/>
            <p:nvPr/>
          </p:nvGrpSpPr>
          <p:grpSpPr>
            <a:xfrm>
              <a:off x="2750591" y="2542826"/>
              <a:ext cx="920218" cy="838358"/>
              <a:chOff x="1310300" y="1329825"/>
              <a:chExt cx="599725" cy="546375"/>
            </a:xfrm>
          </p:grpSpPr>
          <p:sp>
            <p:nvSpPr>
              <p:cNvPr id="4883" name="Google Shape;4883;p44">
                <a:extLst>
                  <a:ext uri="{FF2B5EF4-FFF2-40B4-BE49-F238E27FC236}">
                    <a16:creationId xmlns:a16="http://schemas.microsoft.com/office/drawing/2014/main" id="{7694F496-6927-5DD7-41E3-48A0876DFFB1}"/>
                  </a:ext>
                </a:extLst>
              </p:cNvPr>
              <p:cNvSpPr/>
              <p:nvPr/>
            </p:nvSpPr>
            <p:spPr>
              <a:xfrm>
                <a:off x="1310300" y="1329825"/>
                <a:ext cx="599725" cy="546375"/>
              </a:xfrm>
              <a:custGeom>
                <a:avLst/>
                <a:gdLst/>
                <a:ahLst/>
                <a:cxnLst/>
                <a:rect l="l" t="t" r="r" b="b"/>
                <a:pathLst>
                  <a:path w="23989" h="21855" extrusionOk="0">
                    <a:moveTo>
                      <a:pt x="11994" y="1"/>
                    </a:moveTo>
                    <a:cubicBezTo>
                      <a:pt x="9198" y="1"/>
                      <a:pt x="6402" y="1068"/>
                      <a:pt x="4268" y="3202"/>
                    </a:cubicBezTo>
                    <a:cubicBezTo>
                      <a:pt x="0" y="7470"/>
                      <a:pt x="0" y="14386"/>
                      <a:pt x="4268" y="18654"/>
                    </a:cubicBezTo>
                    <a:cubicBezTo>
                      <a:pt x="6402" y="20788"/>
                      <a:pt x="9198" y="21855"/>
                      <a:pt x="11994" y="21855"/>
                    </a:cubicBezTo>
                    <a:cubicBezTo>
                      <a:pt x="14790" y="21855"/>
                      <a:pt x="17586" y="20788"/>
                      <a:pt x="19720" y="18654"/>
                    </a:cubicBezTo>
                    <a:cubicBezTo>
                      <a:pt x="23988" y="14386"/>
                      <a:pt x="23988" y="7470"/>
                      <a:pt x="19720" y="3202"/>
                    </a:cubicBezTo>
                    <a:cubicBezTo>
                      <a:pt x="17586" y="1068"/>
                      <a:pt x="14790" y="1"/>
                      <a:pt x="11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4" name="Google Shape;4884;p44">
                <a:extLst>
                  <a:ext uri="{FF2B5EF4-FFF2-40B4-BE49-F238E27FC236}">
                    <a16:creationId xmlns:a16="http://schemas.microsoft.com/office/drawing/2014/main" id="{199A43AB-5226-51DE-2C50-8BA88C014C08}"/>
                  </a:ext>
                </a:extLst>
              </p:cNvPr>
              <p:cNvSpPr/>
              <p:nvPr/>
            </p:nvSpPr>
            <p:spPr>
              <a:xfrm>
                <a:off x="1394750" y="1387900"/>
                <a:ext cx="430825" cy="430825"/>
              </a:xfrm>
              <a:custGeom>
                <a:avLst/>
                <a:gdLst/>
                <a:ahLst/>
                <a:cxnLst/>
                <a:rect l="l" t="t" r="r" b="b"/>
                <a:pathLst>
                  <a:path w="17233" h="17233" extrusionOk="0">
                    <a:moveTo>
                      <a:pt x="17232" y="8616"/>
                    </a:moveTo>
                    <a:cubicBezTo>
                      <a:pt x="17232" y="13364"/>
                      <a:pt x="13375" y="17232"/>
                      <a:pt x="8616" y="17232"/>
                    </a:cubicBezTo>
                    <a:cubicBezTo>
                      <a:pt x="3857" y="17232"/>
                      <a:pt x="0" y="13364"/>
                      <a:pt x="0" y="8616"/>
                    </a:cubicBezTo>
                    <a:cubicBezTo>
                      <a:pt x="0" y="3857"/>
                      <a:pt x="3857" y="0"/>
                      <a:pt x="8616" y="0"/>
                    </a:cubicBezTo>
                    <a:cubicBezTo>
                      <a:pt x="13375" y="0"/>
                      <a:pt x="17232" y="3857"/>
                      <a:pt x="17232" y="8616"/>
                    </a:cubicBezTo>
                    <a:close/>
                  </a:path>
                </a:pathLst>
              </a:custGeom>
              <a:gradFill>
                <a:gsLst>
                  <a:gs pos="0">
                    <a:schemeClr val="accent1"/>
                  </a:gs>
                  <a:gs pos="100000">
                    <a:schemeClr val="lt1"/>
                  </a:gs>
                </a:gsLst>
                <a:path path="circle">
                  <a:fillToRect l="50000" t="50000" r="50000" b="50000"/>
                </a:path>
                <a:tileRect/>
              </a:gradFill>
              <a:ln>
                <a:noFill/>
              </a:ln>
              <a:effectLst>
                <a:outerShdw blurRad="57150" dist="47625" dir="486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5" name="Google Shape;4885;p44">
              <a:extLst>
                <a:ext uri="{FF2B5EF4-FFF2-40B4-BE49-F238E27FC236}">
                  <a16:creationId xmlns:a16="http://schemas.microsoft.com/office/drawing/2014/main" id="{E10A75F0-7903-3B5C-CEFE-2513E0A80E77}"/>
                </a:ext>
              </a:extLst>
            </p:cNvPr>
            <p:cNvGrpSpPr/>
            <p:nvPr/>
          </p:nvGrpSpPr>
          <p:grpSpPr>
            <a:xfrm>
              <a:off x="3008489" y="2761747"/>
              <a:ext cx="404420" cy="400514"/>
              <a:chOff x="5049725" y="1435050"/>
              <a:chExt cx="486550" cy="481850"/>
            </a:xfrm>
          </p:grpSpPr>
          <p:sp>
            <p:nvSpPr>
              <p:cNvPr id="4886" name="Google Shape;4886;p44">
                <a:extLst>
                  <a:ext uri="{FF2B5EF4-FFF2-40B4-BE49-F238E27FC236}">
                    <a16:creationId xmlns:a16="http://schemas.microsoft.com/office/drawing/2014/main" id="{20229CB9-41AF-8D90-C519-EDBB5B1E2BEA}"/>
                  </a:ext>
                </a:extLst>
              </p:cNvPr>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87" name="Google Shape;4887;p44">
                <a:extLst>
                  <a:ext uri="{FF2B5EF4-FFF2-40B4-BE49-F238E27FC236}">
                    <a16:creationId xmlns:a16="http://schemas.microsoft.com/office/drawing/2014/main" id="{099CBA2A-7CE2-0C10-17E6-3CE818419A4E}"/>
                  </a:ext>
                </a:extLst>
              </p:cNvPr>
              <p:cNvSpPr/>
              <p:nvPr/>
            </p:nvSpPr>
            <p:spPr>
              <a:xfrm>
                <a:off x="5184925" y="1576250"/>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88" name="Google Shape;4888;p44">
                <a:extLst>
                  <a:ext uri="{FF2B5EF4-FFF2-40B4-BE49-F238E27FC236}">
                    <a16:creationId xmlns:a16="http://schemas.microsoft.com/office/drawing/2014/main" id="{CEBF1D2F-7305-37BD-B722-AA5D4E14B123}"/>
                  </a:ext>
                </a:extLst>
              </p:cNvPr>
              <p:cNvSpPr/>
              <p:nvPr/>
            </p:nvSpPr>
            <p:spPr>
              <a:xfrm>
                <a:off x="5049725" y="1435075"/>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89" name="Google Shape;4889;p44">
                <a:extLst>
                  <a:ext uri="{FF2B5EF4-FFF2-40B4-BE49-F238E27FC236}">
                    <a16:creationId xmlns:a16="http://schemas.microsoft.com/office/drawing/2014/main" id="{5E70E7B1-FC46-35F8-27D0-785642634E6F}"/>
                  </a:ext>
                </a:extLst>
              </p:cNvPr>
              <p:cNvSpPr/>
              <p:nvPr/>
            </p:nvSpPr>
            <p:spPr>
              <a:xfrm>
                <a:off x="5245825" y="1435050"/>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grpSp>
        <p:nvGrpSpPr>
          <p:cNvPr id="4890" name="Google Shape;4890;p44">
            <a:extLst>
              <a:ext uri="{FF2B5EF4-FFF2-40B4-BE49-F238E27FC236}">
                <a16:creationId xmlns:a16="http://schemas.microsoft.com/office/drawing/2014/main" id="{BA08917F-E6DA-9AEB-5102-679A544FC004}"/>
              </a:ext>
            </a:extLst>
          </p:cNvPr>
          <p:cNvGrpSpPr/>
          <p:nvPr/>
        </p:nvGrpSpPr>
        <p:grpSpPr>
          <a:xfrm rot="656482">
            <a:off x="7502157" y="2152578"/>
            <a:ext cx="920197" cy="838339"/>
            <a:chOff x="6761641" y="1258289"/>
            <a:chExt cx="920218" cy="838358"/>
          </a:xfrm>
        </p:grpSpPr>
        <p:grpSp>
          <p:nvGrpSpPr>
            <p:cNvPr id="4891" name="Google Shape;4891;p44">
              <a:extLst>
                <a:ext uri="{FF2B5EF4-FFF2-40B4-BE49-F238E27FC236}">
                  <a16:creationId xmlns:a16="http://schemas.microsoft.com/office/drawing/2014/main" id="{4607E9CD-C3B5-2A31-4FF1-1FF9E41914FB}"/>
                </a:ext>
              </a:extLst>
            </p:cNvPr>
            <p:cNvGrpSpPr/>
            <p:nvPr/>
          </p:nvGrpSpPr>
          <p:grpSpPr>
            <a:xfrm>
              <a:off x="6761641" y="1258289"/>
              <a:ext cx="920218" cy="838358"/>
              <a:chOff x="1310300" y="1329825"/>
              <a:chExt cx="599725" cy="546375"/>
            </a:xfrm>
          </p:grpSpPr>
          <p:sp>
            <p:nvSpPr>
              <p:cNvPr id="4892" name="Google Shape;4892;p44">
                <a:extLst>
                  <a:ext uri="{FF2B5EF4-FFF2-40B4-BE49-F238E27FC236}">
                    <a16:creationId xmlns:a16="http://schemas.microsoft.com/office/drawing/2014/main" id="{AE129A02-BE4B-8287-9BF6-6875D0D58994}"/>
                  </a:ext>
                </a:extLst>
              </p:cNvPr>
              <p:cNvSpPr/>
              <p:nvPr/>
            </p:nvSpPr>
            <p:spPr>
              <a:xfrm>
                <a:off x="1310300" y="1329825"/>
                <a:ext cx="599725" cy="546375"/>
              </a:xfrm>
              <a:custGeom>
                <a:avLst/>
                <a:gdLst/>
                <a:ahLst/>
                <a:cxnLst/>
                <a:rect l="l" t="t" r="r" b="b"/>
                <a:pathLst>
                  <a:path w="23989" h="21855" extrusionOk="0">
                    <a:moveTo>
                      <a:pt x="11994" y="1"/>
                    </a:moveTo>
                    <a:cubicBezTo>
                      <a:pt x="9198" y="1"/>
                      <a:pt x="6402" y="1068"/>
                      <a:pt x="4268" y="3202"/>
                    </a:cubicBezTo>
                    <a:cubicBezTo>
                      <a:pt x="0" y="7470"/>
                      <a:pt x="0" y="14386"/>
                      <a:pt x="4268" y="18654"/>
                    </a:cubicBezTo>
                    <a:cubicBezTo>
                      <a:pt x="6402" y="20788"/>
                      <a:pt x="9198" y="21855"/>
                      <a:pt x="11994" y="21855"/>
                    </a:cubicBezTo>
                    <a:cubicBezTo>
                      <a:pt x="14790" y="21855"/>
                      <a:pt x="17586" y="20788"/>
                      <a:pt x="19720" y="18654"/>
                    </a:cubicBezTo>
                    <a:cubicBezTo>
                      <a:pt x="23988" y="14386"/>
                      <a:pt x="23988" y="7470"/>
                      <a:pt x="19720" y="3202"/>
                    </a:cubicBezTo>
                    <a:cubicBezTo>
                      <a:pt x="17586" y="1068"/>
                      <a:pt x="14790" y="1"/>
                      <a:pt x="11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3" name="Google Shape;4893;p44">
                <a:extLst>
                  <a:ext uri="{FF2B5EF4-FFF2-40B4-BE49-F238E27FC236}">
                    <a16:creationId xmlns:a16="http://schemas.microsoft.com/office/drawing/2014/main" id="{1BFFB10C-083B-0509-361F-C50AA03562E8}"/>
                  </a:ext>
                </a:extLst>
              </p:cNvPr>
              <p:cNvSpPr/>
              <p:nvPr/>
            </p:nvSpPr>
            <p:spPr>
              <a:xfrm>
                <a:off x="1394750" y="1387900"/>
                <a:ext cx="430825" cy="430825"/>
              </a:xfrm>
              <a:custGeom>
                <a:avLst/>
                <a:gdLst/>
                <a:ahLst/>
                <a:cxnLst/>
                <a:rect l="l" t="t" r="r" b="b"/>
                <a:pathLst>
                  <a:path w="17233" h="17233" extrusionOk="0">
                    <a:moveTo>
                      <a:pt x="17232" y="8616"/>
                    </a:moveTo>
                    <a:cubicBezTo>
                      <a:pt x="17232" y="13364"/>
                      <a:pt x="13375" y="17232"/>
                      <a:pt x="8616" y="17232"/>
                    </a:cubicBezTo>
                    <a:cubicBezTo>
                      <a:pt x="3857" y="17232"/>
                      <a:pt x="0" y="13364"/>
                      <a:pt x="0" y="8616"/>
                    </a:cubicBezTo>
                    <a:cubicBezTo>
                      <a:pt x="0" y="3857"/>
                      <a:pt x="3857" y="0"/>
                      <a:pt x="8616" y="0"/>
                    </a:cubicBezTo>
                    <a:cubicBezTo>
                      <a:pt x="13375" y="0"/>
                      <a:pt x="17232" y="3857"/>
                      <a:pt x="17232" y="8616"/>
                    </a:cubicBezTo>
                    <a:close/>
                  </a:path>
                </a:pathLst>
              </a:custGeom>
              <a:gradFill>
                <a:gsLst>
                  <a:gs pos="0">
                    <a:schemeClr val="accent1"/>
                  </a:gs>
                  <a:gs pos="100000">
                    <a:schemeClr val="lt1"/>
                  </a:gs>
                </a:gsLst>
                <a:path path="circle">
                  <a:fillToRect l="50000" t="50000" r="50000" b="50000"/>
                </a:path>
                <a:tileRect/>
              </a:gradFill>
              <a:ln>
                <a:noFill/>
              </a:ln>
              <a:effectLst>
                <a:outerShdw blurRad="57150" dist="47625" dir="486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4" name="Google Shape;4894;p44">
              <a:extLst>
                <a:ext uri="{FF2B5EF4-FFF2-40B4-BE49-F238E27FC236}">
                  <a16:creationId xmlns:a16="http://schemas.microsoft.com/office/drawing/2014/main" id="{AB187BAD-0FB9-127F-C964-2BDCAC16C80B}"/>
                </a:ext>
              </a:extLst>
            </p:cNvPr>
            <p:cNvGrpSpPr/>
            <p:nvPr/>
          </p:nvGrpSpPr>
          <p:grpSpPr>
            <a:xfrm>
              <a:off x="7021511" y="1470297"/>
              <a:ext cx="415480" cy="414364"/>
              <a:chOff x="944600" y="3981825"/>
              <a:chExt cx="297750" cy="296950"/>
            </a:xfrm>
          </p:grpSpPr>
          <p:sp>
            <p:nvSpPr>
              <p:cNvPr id="4895" name="Google Shape;4895;p44">
                <a:extLst>
                  <a:ext uri="{FF2B5EF4-FFF2-40B4-BE49-F238E27FC236}">
                    <a16:creationId xmlns:a16="http://schemas.microsoft.com/office/drawing/2014/main" id="{F2CCBD1E-59BB-AAFB-56EA-94EA16D327F9}"/>
                  </a:ext>
                </a:extLst>
              </p:cNvPr>
              <p:cNvSpPr/>
              <p:nvPr/>
            </p:nvSpPr>
            <p:spPr>
              <a:xfrm>
                <a:off x="944600" y="3981825"/>
                <a:ext cx="297750" cy="296950"/>
              </a:xfrm>
              <a:custGeom>
                <a:avLst/>
                <a:gdLst/>
                <a:ahLst/>
                <a:cxnLst/>
                <a:rect l="l" t="t" r="r" b="b"/>
                <a:pathLst>
                  <a:path w="11910" h="11878" extrusionOk="0">
                    <a:moveTo>
                      <a:pt x="6333" y="1418"/>
                    </a:moveTo>
                    <a:cubicBezTo>
                      <a:pt x="8539" y="1575"/>
                      <a:pt x="10303" y="3340"/>
                      <a:pt x="10461" y="5545"/>
                    </a:cubicBezTo>
                    <a:lnTo>
                      <a:pt x="10146" y="5545"/>
                    </a:lnTo>
                    <a:cubicBezTo>
                      <a:pt x="9957" y="5545"/>
                      <a:pt x="9799" y="5702"/>
                      <a:pt x="9799" y="5892"/>
                    </a:cubicBezTo>
                    <a:cubicBezTo>
                      <a:pt x="9799" y="6081"/>
                      <a:pt x="9957" y="6238"/>
                      <a:pt x="10146" y="6238"/>
                    </a:cubicBezTo>
                    <a:lnTo>
                      <a:pt x="10461" y="6238"/>
                    </a:lnTo>
                    <a:cubicBezTo>
                      <a:pt x="10303" y="8443"/>
                      <a:pt x="8539" y="10239"/>
                      <a:pt x="6333" y="10397"/>
                    </a:cubicBezTo>
                    <a:lnTo>
                      <a:pt x="6333" y="10082"/>
                    </a:lnTo>
                    <a:cubicBezTo>
                      <a:pt x="6333" y="9861"/>
                      <a:pt x="6176" y="9704"/>
                      <a:pt x="5955" y="9704"/>
                    </a:cubicBezTo>
                    <a:cubicBezTo>
                      <a:pt x="5766" y="9704"/>
                      <a:pt x="5609" y="9861"/>
                      <a:pt x="5609" y="10082"/>
                    </a:cubicBezTo>
                    <a:lnTo>
                      <a:pt x="5609" y="10397"/>
                    </a:lnTo>
                    <a:cubicBezTo>
                      <a:pt x="3403" y="10239"/>
                      <a:pt x="1639" y="8443"/>
                      <a:pt x="1482" y="6238"/>
                    </a:cubicBezTo>
                    <a:lnTo>
                      <a:pt x="1797" y="6238"/>
                    </a:lnTo>
                    <a:cubicBezTo>
                      <a:pt x="1986" y="6238"/>
                      <a:pt x="2143" y="6081"/>
                      <a:pt x="2143" y="5892"/>
                    </a:cubicBezTo>
                    <a:cubicBezTo>
                      <a:pt x="2143" y="5702"/>
                      <a:pt x="1986" y="5545"/>
                      <a:pt x="1797" y="5545"/>
                    </a:cubicBezTo>
                    <a:lnTo>
                      <a:pt x="1482" y="5545"/>
                    </a:lnTo>
                    <a:cubicBezTo>
                      <a:pt x="1639" y="3340"/>
                      <a:pt x="3403" y="1575"/>
                      <a:pt x="5609" y="1418"/>
                    </a:cubicBezTo>
                    <a:lnTo>
                      <a:pt x="5609" y="1733"/>
                    </a:lnTo>
                    <a:cubicBezTo>
                      <a:pt x="5609" y="1922"/>
                      <a:pt x="5766" y="2079"/>
                      <a:pt x="5955" y="2079"/>
                    </a:cubicBezTo>
                    <a:cubicBezTo>
                      <a:pt x="6176" y="2079"/>
                      <a:pt x="6333" y="1922"/>
                      <a:pt x="6333" y="1733"/>
                    </a:cubicBezTo>
                    <a:lnTo>
                      <a:pt x="6333" y="1418"/>
                    </a:lnTo>
                    <a:close/>
                    <a:moveTo>
                      <a:pt x="5955" y="0"/>
                    </a:moveTo>
                    <a:cubicBezTo>
                      <a:pt x="5766" y="0"/>
                      <a:pt x="5609" y="126"/>
                      <a:pt x="5609" y="347"/>
                    </a:cubicBezTo>
                    <a:lnTo>
                      <a:pt x="5609" y="725"/>
                    </a:lnTo>
                    <a:cubicBezTo>
                      <a:pt x="2994" y="882"/>
                      <a:pt x="946" y="2962"/>
                      <a:pt x="757" y="5576"/>
                    </a:cubicBezTo>
                    <a:lnTo>
                      <a:pt x="379" y="5576"/>
                    </a:lnTo>
                    <a:cubicBezTo>
                      <a:pt x="158" y="5576"/>
                      <a:pt x="1" y="5734"/>
                      <a:pt x="1" y="5923"/>
                    </a:cubicBezTo>
                    <a:cubicBezTo>
                      <a:pt x="1" y="6112"/>
                      <a:pt x="158" y="6270"/>
                      <a:pt x="379" y="6270"/>
                    </a:cubicBezTo>
                    <a:lnTo>
                      <a:pt x="757" y="6270"/>
                    </a:lnTo>
                    <a:cubicBezTo>
                      <a:pt x="915" y="8884"/>
                      <a:pt x="2994" y="10932"/>
                      <a:pt x="5609" y="11121"/>
                    </a:cubicBezTo>
                    <a:lnTo>
                      <a:pt x="5609" y="11531"/>
                    </a:lnTo>
                    <a:cubicBezTo>
                      <a:pt x="5609" y="11720"/>
                      <a:pt x="5766" y="11877"/>
                      <a:pt x="5955" y="11877"/>
                    </a:cubicBezTo>
                    <a:cubicBezTo>
                      <a:pt x="6176" y="11877"/>
                      <a:pt x="6333" y="11720"/>
                      <a:pt x="6333" y="11531"/>
                    </a:cubicBezTo>
                    <a:lnTo>
                      <a:pt x="6333" y="11121"/>
                    </a:lnTo>
                    <a:cubicBezTo>
                      <a:pt x="8917" y="10964"/>
                      <a:pt x="10965" y="8884"/>
                      <a:pt x="11154" y="6270"/>
                    </a:cubicBezTo>
                    <a:lnTo>
                      <a:pt x="11563" y="6270"/>
                    </a:lnTo>
                    <a:cubicBezTo>
                      <a:pt x="11752" y="6270"/>
                      <a:pt x="11910" y="6112"/>
                      <a:pt x="11910" y="5923"/>
                    </a:cubicBezTo>
                    <a:cubicBezTo>
                      <a:pt x="11910" y="5734"/>
                      <a:pt x="11752" y="5576"/>
                      <a:pt x="11563" y="5576"/>
                    </a:cubicBezTo>
                    <a:lnTo>
                      <a:pt x="11154" y="5576"/>
                    </a:lnTo>
                    <a:cubicBezTo>
                      <a:pt x="10996" y="2962"/>
                      <a:pt x="8917" y="914"/>
                      <a:pt x="6333" y="725"/>
                    </a:cubicBezTo>
                    <a:lnTo>
                      <a:pt x="6333" y="347"/>
                    </a:lnTo>
                    <a:cubicBezTo>
                      <a:pt x="6333" y="126"/>
                      <a:pt x="6176" y="0"/>
                      <a:pt x="59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6" name="Google Shape;4896;p44">
                <a:extLst>
                  <a:ext uri="{FF2B5EF4-FFF2-40B4-BE49-F238E27FC236}">
                    <a16:creationId xmlns:a16="http://schemas.microsoft.com/office/drawing/2014/main" id="{96C4A591-C319-3CFD-23B4-2632A0ED5B25}"/>
                  </a:ext>
                </a:extLst>
              </p:cNvPr>
              <p:cNvSpPr/>
              <p:nvPr/>
            </p:nvSpPr>
            <p:spPr>
              <a:xfrm>
                <a:off x="1058025" y="4155875"/>
                <a:ext cx="72500" cy="52000"/>
              </a:xfrm>
              <a:custGeom>
                <a:avLst/>
                <a:gdLst/>
                <a:ahLst/>
                <a:cxnLst/>
                <a:rect l="l" t="t" r="r" b="b"/>
                <a:pathLst>
                  <a:path w="2900" h="2080" extrusionOk="0">
                    <a:moveTo>
                      <a:pt x="1418" y="1"/>
                    </a:moveTo>
                    <a:cubicBezTo>
                      <a:pt x="851" y="1"/>
                      <a:pt x="316" y="347"/>
                      <a:pt x="127" y="914"/>
                    </a:cubicBezTo>
                    <a:cubicBezTo>
                      <a:pt x="1" y="1166"/>
                      <a:pt x="1" y="1450"/>
                      <a:pt x="95" y="1765"/>
                    </a:cubicBezTo>
                    <a:cubicBezTo>
                      <a:pt x="473" y="1954"/>
                      <a:pt x="946" y="2080"/>
                      <a:pt x="1418" y="2080"/>
                    </a:cubicBezTo>
                    <a:cubicBezTo>
                      <a:pt x="1891" y="2080"/>
                      <a:pt x="2332" y="1954"/>
                      <a:pt x="2773" y="1765"/>
                    </a:cubicBezTo>
                    <a:cubicBezTo>
                      <a:pt x="2899" y="1387"/>
                      <a:pt x="2805" y="946"/>
                      <a:pt x="2616" y="599"/>
                    </a:cubicBezTo>
                    <a:cubicBezTo>
                      <a:pt x="2332" y="221"/>
                      <a:pt x="1891" y="1"/>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44">
                <a:extLst>
                  <a:ext uri="{FF2B5EF4-FFF2-40B4-BE49-F238E27FC236}">
                    <a16:creationId xmlns:a16="http://schemas.microsoft.com/office/drawing/2014/main" id="{B4BD6507-C941-2DED-918A-8F4DF380E704}"/>
                  </a:ext>
                </a:extLst>
              </p:cNvPr>
              <p:cNvSpPr/>
              <p:nvPr/>
            </p:nvSpPr>
            <p:spPr>
              <a:xfrm>
                <a:off x="1076150" y="4103900"/>
                <a:ext cx="35475" cy="35475"/>
              </a:xfrm>
              <a:custGeom>
                <a:avLst/>
                <a:gdLst/>
                <a:ahLst/>
                <a:cxnLst/>
                <a:rect l="l" t="t" r="r" b="b"/>
                <a:pathLst>
                  <a:path w="1419" h="1419" extrusionOk="0">
                    <a:moveTo>
                      <a:pt x="693" y="0"/>
                    </a:moveTo>
                    <a:cubicBezTo>
                      <a:pt x="315" y="0"/>
                      <a:pt x="0" y="315"/>
                      <a:pt x="0" y="693"/>
                    </a:cubicBezTo>
                    <a:cubicBezTo>
                      <a:pt x="0" y="1103"/>
                      <a:pt x="315" y="1418"/>
                      <a:pt x="693" y="1418"/>
                    </a:cubicBezTo>
                    <a:cubicBezTo>
                      <a:pt x="1103" y="1355"/>
                      <a:pt x="1418" y="1040"/>
                      <a:pt x="1418" y="693"/>
                    </a:cubicBezTo>
                    <a:cubicBezTo>
                      <a:pt x="1418" y="315"/>
                      <a:pt x="1103" y="0"/>
                      <a:pt x="6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8" name="Google Shape;4898;p44">
                <a:extLst>
                  <a:ext uri="{FF2B5EF4-FFF2-40B4-BE49-F238E27FC236}">
                    <a16:creationId xmlns:a16="http://schemas.microsoft.com/office/drawing/2014/main" id="{EC76E041-62A8-2AE7-A0FE-04F6FFC618E6}"/>
                  </a:ext>
                </a:extLst>
              </p:cNvPr>
              <p:cNvSpPr/>
              <p:nvPr/>
            </p:nvSpPr>
            <p:spPr>
              <a:xfrm>
                <a:off x="1016275" y="4051125"/>
                <a:ext cx="155975" cy="137075"/>
              </a:xfrm>
              <a:custGeom>
                <a:avLst/>
                <a:gdLst/>
                <a:ahLst/>
                <a:cxnLst/>
                <a:rect l="l" t="t" r="r" b="b"/>
                <a:pathLst>
                  <a:path w="6239" h="5483" extrusionOk="0">
                    <a:moveTo>
                      <a:pt x="3088" y="1"/>
                    </a:moveTo>
                    <a:cubicBezTo>
                      <a:pt x="1356" y="1"/>
                      <a:pt x="1" y="1387"/>
                      <a:pt x="1" y="3120"/>
                    </a:cubicBezTo>
                    <a:cubicBezTo>
                      <a:pt x="1" y="4033"/>
                      <a:pt x="379" y="4852"/>
                      <a:pt x="1041" y="5451"/>
                    </a:cubicBezTo>
                    <a:cubicBezTo>
                      <a:pt x="1041" y="5262"/>
                      <a:pt x="1104" y="5041"/>
                      <a:pt x="1167" y="4852"/>
                    </a:cubicBezTo>
                    <a:cubicBezTo>
                      <a:pt x="1324" y="4380"/>
                      <a:pt x="1671" y="4002"/>
                      <a:pt x="2112" y="3750"/>
                    </a:cubicBezTo>
                    <a:cubicBezTo>
                      <a:pt x="1891" y="3498"/>
                      <a:pt x="1734" y="3151"/>
                      <a:pt x="1734" y="2804"/>
                    </a:cubicBezTo>
                    <a:cubicBezTo>
                      <a:pt x="1734" y="2048"/>
                      <a:pt x="2364" y="1418"/>
                      <a:pt x="3088" y="1418"/>
                    </a:cubicBezTo>
                    <a:cubicBezTo>
                      <a:pt x="3845" y="1418"/>
                      <a:pt x="4475" y="2048"/>
                      <a:pt x="4475" y="2804"/>
                    </a:cubicBezTo>
                    <a:cubicBezTo>
                      <a:pt x="4475" y="3151"/>
                      <a:pt x="4317" y="3529"/>
                      <a:pt x="4097" y="3750"/>
                    </a:cubicBezTo>
                    <a:cubicBezTo>
                      <a:pt x="4349" y="3907"/>
                      <a:pt x="4632" y="4128"/>
                      <a:pt x="4790" y="4411"/>
                    </a:cubicBezTo>
                    <a:cubicBezTo>
                      <a:pt x="4979" y="4726"/>
                      <a:pt x="5105" y="5073"/>
                      <a:pt x="5136" y="5482"/>
                    </a:cubicBezTo>
                    <a:cubicBezTo>
                      <a:pt x="5766" y="4884"/>
                      <a:pt x="6207" y="4096"/>
                      <a:pt x="6207" y="3151"/>
                    </a:cubicBezTo>
                    <a:cubicBezTo>
                      <a:pt x="6239" y="1418"/>
                      <a:pt x="4821" y="1"/>
                      <a:pt x="30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899" name="Google Shape;4899;p44">
            <a:extLst>
              <a:ext uri="{FF2B5EF4-FFF2-40B4-BE49-F238E27FC236}">
                <a16:creationId xmlns:a16="http://schemas.microsoft.com/office/drawing/2014/main" id="{C69AB3EE-512B-D4DE-1462-2F5095E39D0A}"/>
              </a:ext>
            </a:extLst>
          </p:cNvPr>
          <p:cNvSpPr txBox="1">
            <a:spLocks noGrp="1"/>
          </p:cNvSpPr>
          <p:nvPr>
            <p:ph type="title" idx="2"/>
          </p:nvPr>
        </p:nvSpPr>
        <p:spPr>
          <a:xfrm>
            <a:off x="3960450" y="844050"/>
            <a:ext cx="1223100" cy="1223100"/>
          </a:xfrm>
          <a:prstGeom prst="rect">
            <a:avLst/>
          </a:prstGeom>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Tree>
    <p:extLst>
      <p:ext uri="{BB962C8B-B14F-4D97-AF65-F5344CB8AC3E}">
        <p14:creationId xmlns:p14="http://schemas.microsoft.com/office/powerpoint/2010/main" val="2251643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03">
          <a:extLst>
            <a:ext uri="{FF2B5EF4-FFF2-40B4-BE49-F238E27FC236}">
              <a16:creationId xmlns:a16="http://schemas.microsoft.com/office/drawing/2014/main" id="{8FE6E67D-EA3F-A95C-F9D0-682BBB0B8DA9}"/>
            </a:ext>
          </a:extLst>
        </p:cNvPr>
        <p:cNvGrpSpPr/>
        <p:nvPr/>
      </p:nvGrpSpPr>
      <p:grpSpPr>
        <a:xfrm>
          <a:off x="0" y="0"/>
          <a:ext cx="0" cy="0"/>
          <a:chOff x="0" y="0"/>
          <a:chExt cx="0" cy="0"/>
        </a:xfrm>
      </p:grpSpPr>
      <p:sp>
        <p:nvSpPr>
          <p:cNvPr id="4904" name="Google Shape;4904;p45">
            <a:extLst>
              <a:ext uri="{FF2B5EF4-FFF2-40B4-BE49-F238E27FC236}">
                <a16:creationId xmlns:a16="http://schemas.microsoft.com/office/drawing/2014/main" id="{03974AE1-342A-6D66-4625-0F692F79446A}"/>
              </a:ext>
            </a:extLst>
          </p:cNvPr>
          <p:cNvSpPr txBox="1">
            <a:spLocks noGrp="1"/>
          </p:cNvSpPr>
          <p:nvPr>
            <p:ph type="title"/>
          </p:nvPr>
        </p:nvSpPr>
        <p:spPr>
          <a:xfrm>
            <a:off x="1382100" y="300488"/>
            <a:ext cx="5852100" cy="641412"/>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pt-BR" dirty="0"/>
              <a:t>APRENDIZADOS</a:t>
            </a:r>
            <a:endParaRPr dirty="0">
              <a:solidFill>
                <a:schemeClr val="dk2"/>
              </a:solidFill>
            </a:endParaRPr>
          </a:p>
        </p:txBody>
      </p:sp>
      <p:sp>
        <p:nvSpPr>
          <p:cNvPr id="4905" name="Google Shape;4905;p45">
            <a:extLst>
              <a:ext uri="{FF2B5EF4-FFF2-40B4-BE49-F238E27FC236}">
                <a16:creationId xmlns:a16="http://schemas.microsoft.com/office/drawing/2014/main" id="{C39AFA34-2F90-A157-66E2-9E95AD2D689F}"/>
              </a:ext>
            </a:extLst>
          </p:cNvPr>
          <p:cNvSpPr txBox="1">
            <a:spLocks noGrp="1"/>
          </p:cNvSpPr>
          <p:nvPr>
            <p:ph type="body" idx="1"/>
          </p:nvPr>
        </p:nvSpPr>
        <p:spPr>
          <a:xfrm>
            <a:off x="1381367" y="980673"/>
            <a:ext cx="5852100" cy="3565758"/>
          </a:xfrm>
          <a:prstGeom prst="rect">
            <a:avLst/>
          </a:prstGeom>
        </p:spPr>
        <p:txBody>
          <a:bodyPr spcFirstLastPara="1" wrap="square" lIns="91425" tIns="91425" rIns="91425" bIns="91425" anchor="t" anchorCtr="0">
            <a:noAutofit/>
          </a:bodyPr>
          <a:lstStyle/>
          <a:p>
            <a:pPr marL="0" lvl="0" indent="0" eaLnBrk="0" fontAlgn="base" hangingPunct="0">
              <a:lnSpc>
                <a:spcPct val="100000"/>
              </a:lnSpc>
              <a:spcBef>
                <a:spcPct val="0"/>
              </a:spcBef>
              <a:spcAft>
                <a:spcPct val="0"/>
              </a:spcAft>
              <a:buClrTx/>
              <a:buSzTx/>
              <a:buNone/>
            </a:pPr>
            <a:r>
              <a:rPr lang="pt-BR" altLang="pt-BR" sz="1400" dirty="0">
                <a:solidFill>
                  <a:schemeClr val="tx1"/>
                </a:solidFill>
                <a:latin typeface="Abadi" panose="020F0502020204030204" pitchFamily="34" charset="0"/>
              </a:rPr>
              <a:t>O maior aprendizado é que o sucesso inicial não é suficiente sem confiabilidade. A Fase 2 nos mostra que o valor real de um projeto não está apenas na capacidade do modelo de gerar um relatório, mas na estabilidade do pipeline, juntamente com tratamento de exceções para saber onde estamos errando.</a:t>
            </a:r>
          </a:p>
          <a:p>
            <a:pPr marL="0" lvl="0" indent="0" eaLnBrk="0" fontAlgn="base" hangingPunct="0">
              <a:lnSpc>
                <a:spcPct val="100000"/>
              </a:lnSpc>
              <a:spcBef>
                <a:spcPct val="0"/>
              </a:spcBef>
              <a:spcAft>
                <a:spcPct val="0"/>
              </a:spcAft>
              <a:buClrTx/>
              <a:buSzTx/>
              <a:buNone/>
            </a:pPr>
            <a:endParaRPr lang="pt-BR" sz="1400" dirty="0">
              <a:latin typeface="Abadi" panose="020F0502020204030204" pitchFamily="34" charset="0"/>
            </a:endParaRPr>
          </a:p>
          <a:p>
            <a:pPr marL="0" indent="0" eaLnBrk="0" fontAlgn="base" hangingPunct="0">
              <a:lnSpc>
                <a:spcPct val="100000"/>
              </a:lnSpc>
              <a:spcBef>
                <a:spcPct val="0"/>
              </a:spcBef>
              <a:spcAft>
                <a:spcPct val="0"/>
              </a:spcAft>
              <a:buClrTx/>
              <a:buSzTx/>
              <a:buNone/>
            </a:pPr>
            <a:r>
              <a:rPr lang="pt-BR" altLang="pt-BR" sz="1400" dirty="0">
                <a:solidFill>
                  <a:schemeClr val="tx1"/>
                </a:solidFill>
                <a:latin typeface="Abadi" panose="020F0502020204030204" pitchFamily="34" charset="0"/>
              </a:rPr>
              <a:t>A evolução para o uso de bancos de dados destaca a importância de separar dados estáticos de dados dinâmicos.</a:t>
            </a:r>
          </a:p>
          <a:p>
            <a:pPr marL="0" indent="0" eaLnBrk="0" fontAlgn="base" hangingPunct="0">
              <a:lnSpc>
                <a:spcPct val="100000"/>
              </a:lnSpc>
              <a:spcBef>
                <a:spcPct val="0"/>
              </a:spcBef>
              <a:spcAft>
                <a:spcPct val="0"/>
              </a:spcAft>
              <a:buClrTx/>
              <a:buSzTx/>
              <a:buNone/>
            </a:pPr>
            <a:endParaRPr lang="pt-BR" altLang="pt-BR" sz="1400" dirty="0">
              <a:solidFill>
                <a:schemeClr val="tx1"/>
              </a:solidFill>
              <a:latin typeface="Abadi" panose="020F0502020204030204" pitchFamily="34" charset="0"/>
            </a:endParaRPr>
          </a:p>
          <a:p>
            <a:pPr marL="0" indent="0" eaLnBrk="0" fontAlgn="base" hangingPunct="0">
              <a:lnSpc>
                <a:spcPct val="100000"/>
              </a:lnSpc>
              <a:spcBef>
                <a:spcPct val="0"/>
              </a:spcBef>
              <a:spcAft>
                <a:spcPct val="0"/>
              </a:spcAft>
              <a:buClrTx/>
              <a:buSzTx/>
              <a:buNone/>
            </a:pPr>
            <a:r>
              <a:rPr lang="pt-BR" sz="1400" dirty="0">
                <a:latin typeface="Abadi" panose="020F0502020204030204" pitchFamily="34" charset="0"/>
              </a:rPr>
              <a:t>O processo enfatiza que "como" o código é construído e documentado importa tanto quanto o resultado final.</a:t>
            </a:r>
          </a:p>
          <a:p>
            <a:pPr marL="0" indent="0" eaLnBrk="0" fontAlgn="base" hangingPunct="0">
              <a:lnSpc>
                <a:spcPct val="100000"/>
              </a:lnSpc>
              <a:spcBef>
                <a:spcPct val="0"/>
              </a:spcBef>
              <a:spcAft>
                <a:spcPct val="0"/>
              </a:spcAft>
              <a:buClrTx/>
              <a:buSzTx/>
              <a:buNone/>
            </a:pPr>
            <a:endParaRPr lang="pt-BR" sz="1400" dirty="0">
              <a:latin typeface="Abadi" panose="020F0502020204030204" pitchFamily="34" charset="0"/>
            </a:endParaRPr>
          </a:p>
          <a:p>
            <a:pPr marL="0" lvl="0" indent="0" eaLnBrk="0" fontAlgn="base" hangingPunct="0">
              <a:lnSpc>
                <a:spcPct val="100000"/>
              </a:lnSpc>
              <a:spcBef>
                <a:spcPct val="0"/>
              </a:spcBef>
              <a:spcAft>
                <a:spcPct val="0"/>
              </a:spcAft>
              <a:buClrTx/>
              <a:buSzTx/>
              <a:buNone/>
            </a:pPr>
            <a:r>
              <a:rPr lang="pt-BR" sz="1400" dirty="0">
                <a:latin typeface="Abadi" panose="020F0502020204030204" pitchFamily="34" charset="0"/>
              </a:rPr>
              <a:t>O processo ensina que a produtividade não vem de sistemas complexos, mas de ferramentas previsíveis, escaláveis e bem documentadas que comprovem sua utilidade no ritmo do mercado financeiro.</a:t>
            </a:r>
          </a:p>
          <a:p>
            <a:pPr marL="0" lvl="0" indent="0" eaLnBrk="0" fontAlgn="base" hangingPunct="0">
              <a:lnSpc>
                <a:spcPct val="100000"/>
              </a:lnSpc>
              <a:spcBef>
                <a:spcPct val="0"/>
              </a:spcBef>
              <a:spcAft>
                <a:spcPct val="0"/>
              </a:spcAft>
              <a:buClrTx/>
              <a:buSzTx/>
              <a:buNone/>
            </a:pPr>
            <a:endParaRPr lang="pt-BR" sz="1000" dirty="0"/>
          </a:p>
          <a:p>
            <a:pPr marL="0" lvl="0" indent="0" eaLnBrk="0" fontAlgn="base" hangingPunct="0">
              <a:lnSpc>
                <a:spcPct val="100000"/>
              </a:lnSpc>
              <a:spcBef>
                <a:spcPct val="0"/>
              </a:spcBef>
              <a:spcAft>
                <a:spcPct val="0"/>
              </a:spcAft>
              <a:buClrTx/>
              <a:buSzTx/>
              <a:buNone/>
            </a:pPr>
            <a:endParaRPr lang="pt-BR" altLang="pt-BR" sz="1000" dirty="0">
              <a:solidFill>
                <a:schemeClr val="tx1"/>
              </a:solidFill>
            </a:endParaRPr>
          </a:p>
        </p:txBody>
      </p:sp>
      <p:grpSp>
        <p:nvGrpSpPr>
          <p:cNvPr id="4913" name="Google Shape;4913;p45">
            <a:extLst>
              <a:ext uri="{FF2B5EF4-FFF2-40B4-BE49-F238E27FC236}">
                <a16:creationId xmlns:a16="http://schemas.microsoft.com/office/drawing/2014/main" id="{123C6DF0-5669-1EEE-A64E-2D766CFB0CC1}"/>
              </a:ext>
            </a:extLst>
          </p:cNvPr>
          <p:cNvGrpSpPr/>
          <p:nvPr/>
        </p:nvGrpSpPr>
        <p:grpSpPr>
          <a:xfrm rot="-627761">
            <a:off x="7302680" y="3741722"/>
            <a:ext cx="920243" cy="838380"/>
            <a:chOff x="5490316" y="1091489"/>
            <a:chExt cx="920218" cy="838358"/>
          </a:xfrm>
        </p:grpSpPr>
        <p:grpSp>
          <p:nvGrpSpPr>
            <p:cNvPr id="4914" name="Google Shape;4914;p45">
              <a:extLst>
                <a:ext uri="{FF2B5EF4-FFF2-40B4-BE49-F238E27FC236}">
                  <a16:creationId xmlns:a16="http://schemas.microsoft.com/office/drawing/2014/main" id="{FAA733C2-7C79-7EDA-D8F1-783AD75C6E64}"/>
                </a:ext>
              </a:extLst>
            </p:cNvPr>
            <p:cNvGrpSpPr/>
            <p:nvPr/>
          </p:nvGrpSpPr>
          <p:grpSpPr>
            <a:xfrm>
              <a:off x="5490316" y="1091489"/>
              <a:ext cx="920218" cy="838358"/>
              <a:chOff x="1310300" y="1329825"/>
              <a:chExt cx="599725" cy="546375"/>
            </a:xfrm>
          </p:grpSpPr>
          <p:sp>
            <p:nvSpPr>
              <p:cNvPr id="4915" name="Google Shape;4915;p45">
                <a:extLst>
                  <a:ext uri="{FF2B5EF4-FFF2-40B4-BE49-F238E27FC236}">
                    <a16:creationId xmlns:a16="http://schemas.microsoft.com/office/drawing/2014/main" id="{DC3CE8F3-B6A2-5D9A-0F3C-230AECCCB1D1}"/>
                  </a:ext>
                </a:extLst>
              </p:cNvPr>
              <p:cNvSpPr/>
              <p:nvPr/>
            </p:nvSpPr>
            <p:spPr>
              <a:xfrm>
                <a:off x="1310300" y="1329825"/>
                <a:ext cx="599725" cy="546375"/>
              </a:xfrm>
              <a:custGeom>
                <a:avLst/>
                <a:gdLst/>
                <a:ahLst/>
                <a:cxnLst/>
                <a:rect l="l" t="t" r="r" b="b"/>
                <a:pathLst>
                  <a:path w="23989" h="21855" extrusionOk="0">
                    <a:moveTo>
                      <a:pt x="11994" y="1"/>
                    </a:moveTo>
                    <a:cubicBezTo>
                      <a:pt x="9198" y="1"/>
                      <a:pt x="6402" y="1068"/>
                      <a:pt x="4268" y="3202"/>
                    </a:cubicBezTo>
                    <a:cubicBezTo>
                      <a:pt x="0" y="7470"/>
                      <a:pt x="0" y="14386"/>
                      <a:pt x="4268" y="18654"/>
                    </a:cubicBezTo>
                    <a:cubicBezTo>
                      <a:pt x="6402" y="20788"/>
                      <a:pt x="9198" y="21855"/>
                      <a:pt x="11994" y="21855"/>
                    </a:cubicBezTo>
                    <a:cubicBezTo>
                      <a:pt x="14790" y="21855"/>
                      <a:pt x="17586" y="20788"/>
                      <a:pt x="19720" y="18654"/>
                    </a:cubicBezTo>
                    <a:cubicBezTo>
                      <a:pt x="23988" y="14386"/>
                      <a:pt x="23988" y="7470"/>
                      <a:pt x="19720" y="3202"/>
                    </a:cubicBezTo>
                    <a:cubicBezTo>
                      <a:pt x="17586" y="1068"/>
                      <a:pt x="14790" y="1"/>
                      <a:pt x="11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6" name="Google Shape;4916;p45">
                <a:extLst>
                  <a:ext uri="{FF2B5EF4-FFF2-40B4-BE49-F238E27FC236}">
                    <a16:creationId xmlns:a16="http://schemas.microsoft.com/office/drawing/2014/main" id="{F5885A91-54FF-4EA4-DEE5-FE87144D695D}"/>
                  </a:ext>
                </a:extLst>
              </p:cNvPr>
              <p:cNvSpPr/>
              <p:nvPr/>
            </p:nvSpPr>
            <p:spPr>
              <a:xfrm>
                <a:off x="1394750" y="1387900"/>
                <a:ext cx="430825" cy="430825"/>
              </a:xfrm>
              <a:custGeom>
                <a:avLst/>
                <a:gdLst/>
                <a:ahLst/>
                <a:cxnLst/>
                <a:rect l="l" t="t" r="r" b="b"/>
                <a:pathLst>
                  <a:path w="17233" h="17233" extrusionOk="0">
                    <a:moveTo>
                      <a:pt x="17232" y="8616"/>
                    </a:moveTo>
                    <a:cubicBezTo>
                      <a:pt x="17232" y="13364"/>
                      <a:pt x="13375" y="17232"/>
                      <a:pt x="8616" y="17232"/>
                    </a:cubicBezTo>
                    <a:cubicBezTo>
                      <a:pt x="3857" y="17232"/>
                      <a:pt x="0" y="13364"/>
                      <a:pt x="0" y="8616"/>
                    </a:cubicBezTo>
                    <a:cubicBezTo>
                      <a:pt x="0" y="3857"/>
                      <a:pt x="3857" y="0"/>
                      <a:pt x="8616" y="0"/>
                    </a:cubicBezTo>
                    <a:cubicBezTo>
                      <a:pt x="13375" y="0"/>
                      <a:pt x="17232" y="3857"/>
                      <a:pt x="17232" y="8616"/>
                    </a:cubicBezTo>
                    <a:close/>
                  </a:path>
                </a:pathLst>
              </a:custGeom>
              <a:gradFill>
                <a:gsLst>
                  <a:gs pos="0">
                    <a:schemeClr val="accent1"/>
                  </a:gs>
                  <a:gs pos="100000">
                    <a:schemeClr val="lt1"/>
                  </a:gs>
                </a:gsLst>
                <a:path path="circle">
                  <a:fillToRect l="50000" t="50000" r="50000" b="50000"/>
                </a:path>
                <a:tileRect/>
              </a:gradFill>
              <a:ln>
                <a:noFill/>
              </a:ln>
              <a:effectLst>
                <a:outerShdw blurRad="57150" dist="47625" dir="486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7" name="Google Shape;4917;p45">
              <a:extLst>
                <a:ext uri="{FF2B5EF4-FFF2-40B4-BE49-F238E27FC236}">
                  <a16:creationId xmlns:a16="http://schemas.microsoft.com/office/drawing/2014/main" id="{45CFC2E2-39DF-0D1A-EA31-97A2090602C1}"/>
                </a:ext>
              </a:extLst>
            </p:cNvPr>
            <p:cNvGrpSpPr/>
            <p:nvPr/>
          </p:nvGrpSpPr>
          <p:grpSpPr>
            <a:xfrm>
              <a:off x="5744349" y="1294706"/>
              <a:ext cx="412166" cy="412201"/>
              <a:chOff x="3497300" y="3955025"/>
              <a:chExt cx="295375" cy="295400"/>
            </a:xfrm>
          </p:grpSpPr>
          <p:sp>
            <p:nvSpPr>
              <p:cNvPr id="4918" name="Google Shape;4918;p45">
                <a:extLst>
                  <a:ext uri="{FF2B5EF4-FFF2-40B4-BE49-F238E27FC236}">
                    <a16:creationId xmlns:a16="http://schemas.microsoft.com/office/drawing/2014/main" id="{0D2A53A0-7EAA-9DDB-DA4C-234E252B3215}"/>
                  </a:ext>
                </a:extLst>
              </p:cNvPr>
              <p:cNvSpPr/>
              <p:nvPr/>
            </p:nvSpPr>
            <p:spPr>
              <a:xfrm>
                <a:off x="3660350" y="4035375"/>
                <a:ext cx="132325" cy="155175"/>
              </a:xfrm>
              <a:custGeom>
                <a:avLst/>
                <a:gdLst/>
                <a:ahLst/>
                <a:cxnLst/>
                <a:rect l="l" t="t" r="r" b="b"/>
                <a:pathLst>
                  <a:path w="5293" h="6207" extrusionOk="0">
                    <a:moveTo>
                      <a:pt x="4663" y="0"/>
                    </a:moveTo>
                    <a:lnTo>
                      <a:pt x="0" y="2773"/>
                    </a:lnTo>
                    <a:lnTo>
                      <a:pt x="4127" y="6207"/>
                    </a:lnTo>
                    <a:cubicBezTo>
                      <a:pt x="4852" y="5199"/>
                      <a:pt x="5293" y="4033"/>
                      <a:pt x="5293" y="2678"/>
                    </a:cubicBezTo>
                    <a:cubicBezTo>
                      <a:pt x="5293" y="1733"/>
                      <a:pt x="5041" y="851"/>
                      <a:pt x="46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9" name="Google Shape;4919;p45">
                <a:extLst>
                  <a:ext uri="{FF2B5EF4-FFF2-40B4-BE49-F238E27FC236}">
                    <a16:creationId xmlns:a16="http://schemas.microsoft.com/office/drawing/2014/main" id="{B724A79B-1C50-2CC3-9618-88F041BCECA6}"/>
                  </a:ext>
                </a:extLst>
              </p:cNvPr>
              <p:cNvSpPr/>
              <p:nvPr/>
            </p:nvSpPr>
            <p:spPr>
              <a:xfrm>
                <a:off x="3653250" y="3955025"/>
                <a:ext cx="114225" cy="133150"/>
              </a:xfrm>
              <a:custGeom>
                <a:avLst/>
                <a:gdLst/>
                <a:ahLst/>
                <a:cxnLst/>
                <a:rect l="l" t="t" r="r" b="b"/>
                <a:pathLst>
                  <a:path w="4569" h="5326" extrusionOk="0">
                    <a:moveTo>
                      <a:pt x="1" y="1"/>
                    </a:moveTo>
                    <a:lnTo>
                      <a:pt x="1" y="5325"/>
                    </a:lnTo>
                    <a:lnTo>
                      <a:pt x="4569" y="2679"/>
                    </a:lnTo>
                    <a:cubicBezTo>
                      <a:pt x="3561" y="1167"/>
                      <a:pt x="1891" y="12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45">
                <a:extLst>
                  <a:ext uri="{FF2B5EF4-FFF2-40B4-BE49-F238E27FC236}">
                    <a16:creationId xmlns:a16="http://schemas.microsoft.com/office/drawing/2014/main" id="{5F26FD1C-FD72-A308-804F-88A7EC4350C0}"/>
                  </a:ext>
                </a:extLst>
              </p:cNvPr>
              <p:cNvSpPr/>
              <p:nvPr/>
            </p:nvSpPr>
            <p:spPr>
              <a:xfrm>
                <a:off x="3497300" y="3955025"/>
                <a:ext cx="256000" cy="295400"/>
              </a:xfrm>
              <a:custGeom>
                <a:avLst/>
                <a:gdLst/>
                <a:ahLst/>
                <a:cxnLst/>
                <a:rect l="l" t="t" r="r" b="b"/>
                <a:pathLst>
                  <a:path w="10240" h="11816" extrusionOk="0">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21" name="Google Shape;4921;p45">
            <a:extLst>
              <a:ext uri="{FF2B5EF4-FFF2-40B4-BE49-F238E27FC236}">
                <a16:creationId xmlns:a16="http://schemas.microsoft.com/office/drawing/2014/main" id="{788CAD11-5678-21FA-2AF2-CF6F49A35445}"/>
              </a:ext>
            </a:extLst>
          </p:cNvPr>
          <p:cNvGrpSpPr/>
          <p:nvPr/>
        </p:nvGrpSpPr>
        <p:grpSpPr>
          <a:xfrm>
            <a:off x="7498042" y="539507"/>
            <a:ext cx="878914" cy="511681"/>
            <a:chOff x="4436950" y="1405000"/>
            <a:chExt cx="682175" cy="397175"/>
          </a:xfrm>
        </p:grpSpPr>
        <p:sp>
          <p:nvSpPr>
            <p:cNvPr id="4922" name="Google Shape;4922;p45">
              <a:extLst>
                <a:ext uri="{FF2B5EF4-FFF2-40B4-BE49-F238E27FC236}">
                  <a16:creationId xmlns:a16="http://schemas.microsoft.com/office/drawing/2014/main" id="{A826CC79-1EE8-D238-A921-6315BA432C76}"/>
                </a:ext>
              </a:extLst>
            </p:cNvPr>
            <p:cNvSpPr/>
            <p:nvPr/>
          </p:nvSpPr>
          <p:spPr>
            <a:xfrm>
              <a:off x="4437225" y="1405000"/>
              <a:ext cx="397175" cy="397175"/>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45">
              <a:extLst>
                <a:ext uri="{FF2B5EF4-FFF2-40B4-BE49-F238E27FC236}">
                  <a16:creationId xmlns:a16="http://schemas.microsoft.com/office/drawing/2014/main" id="{245D9402-2122-7834-D955-D25BC76E1CB5}"/>
                </a:ext>
              </a:extLst>
            </p:cNvPr>
            <p:cNvSpPr/>
            <p:nvPr/>
          </p:nvSpPr>
          <p:spPr>
            <a:xfrm>
              <a:off x="4721975" y="1405000"/>
              <a:ext cx="397150" cy="397175"/>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45">
              <a:extLst>
                <a:ext uri="{FF2B5EF4-FFF2-40B4-BE49-F238E27FC236}">
                  <a16:creationId xmlns:a16="http://schemas.microsoft.com/office/drawing/2014/main" id="{9059DDF0-652F-5EA0-B84A-E8935AC2ED7E}"/>
                </a:ext>
              </a:extLst>
            </p:cNvPr>
            <p:cNvSpPr/>
            <p:nvPr/>
          </p:nvSpPr>
          <p:spPr>
            <a:xfrm>
              <a:off x="4436950" y="1405000"/>
              <a:ext cx="396875" cy="396900"/>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5" name="Google Shape;4925;p45">
              <a:extLst>
                <a:ext uri="{FF2B5EF4-FFF2-40B4-BE49-F238E27FC236}">
                  <a16:creationId xmlns:a16="http://schemas.microsoft.com/office/drawing/2014/main" id="{03039479-99AB-E17C-A673-0F613096C107}"/>
                </a:ext>
              </a:extLst>
            </p:cNvPr>
            <p:cNvSpPr/>
            <p:nvPr/>
          </p:nvSpPr>
          <p:spPr>
            <a:xfrm>
              <a:off x="4721975" y="1405000"/>
              <a:ext cx="396875" cy="396900"/>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58828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199"/>
        <p:cNvGrpSpPr/>
        <p:nvPr/>
      </p:nvGrpSpPr>
      <p:grpSpPr>
        <a:xfrm>
          <a:off x="0" y="0"/>
          <a:ext cx="0" cy="0"/>
          <a:chOff x="0" y="0"/>
          <a:chExt cx="0" cy="0"/>
        </a:xfrm>
      </p:grpSpPr>
      <p:sp>
        <p:nvSpPr>
          <p:cNvPr id="6200" name="Google Shape;6200;p89"/>
          <p:cNvSpPr txBox="1">
            <a:spLocks noGrp="1"/>
          </p:cNvSpPr>
          <p:nvPr>
            <p:ph type="ctrTitle"/>
          </p:nvPr>
        </p:nvSpPr>
        <p:spPr>
          <a:xfrm>
            <a:off x="1850485" y="1249240"/>
            <a:ext cx="5406051" cy="100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OBRIGADO</a:t>
            </a:r>
            <a:endParaRPr dirty="0">
              <a:solidFill>
                <a:schemeClr val="dk2"/>
              </a:solidFill>
            </a:endParaRPr>
          </a:p>
        </p:txBody>
      </p:sp>
      <p:sp>
        <p:nvSpPr>
          <p:cNvPr id="6201" name="Google Shape;6201;p89"/>
          <p:cNvSpPr txBox="1">
            <a:spLocks noGrp="1"/>
          </p:cNvSpPr>
          <p:nvPr>
            <p:ph type="subTitle" idx="1"/>
          </p:nvPr>
        </p:nvSpPr>
        <p:spPr>
          <a:xfrm>
            <a:off x="2331750" y="2255134"/>
            <a:ext cx="4480500" cy="399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lt1"/>
                </a:solidFill>
              </a:rPr>
              <a:t>Alex Júnio Maia de Oliveira</a:t>
            </a:r>
            <a:endParaRPr dirty="0">
              <a:solidFill>
                <a:schemeClr val="lt1"/>
              </a:solidFill>
            </a:endParaRPr>
          </a:p>
        </p:txBody>
      </p:sp>
      <p:sp>
        <p:nvSpPr>
          <p:cNvPr id="6202" name="Google Shape;6202;p89"/>
          <p:cNvSpPr txBox="1">
            <a:spLocks noGrp="1"/>
          </p:cNvSpPr>
          <p:nvPr>
            <p:ph type="subTitle" idx="2"/>
          </p:nvPr>
        </p:nvSpPr>
        <p:spPr>
          <a:xfrm>
            <a:off x="2331750" y="2659672"/>
            <a:ext cx="4480500" cy="744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lt1"/>
              </a:buClr>
              <a:buSzPts val="1100"/>
              <a:buFont typeface="Arial"/>
              <a:buNone/>
            </a:pPr>
            <a:r>
              <a:rPr lang="pt-BR" dirty="0"/>
              <a:t>alexjuniomaia.profissional@gmail.com</a:t>
            </a:r>
            <a:endParaRPr dirty="0">
              <a:solidFill>
                <a:schemeClr val="dk1"/>
              </a:solidFill>
            </a:endParaRPr>
          </a:p>
          <a:p>
            <a:pPr marL="0" lvl="0" indent="0" algn="ctr" rtl="0">
              <a:spcBef>
                <a:spcPts val="0"/>
              </a:spcBef>
              <a:spcAft>
                <a:spcPts val="0"/>
              </a:spcAft>
              <a:buClr>
                <a:schemeClr val="lt1"/>
              </a:buClr>
              <a:buSzPts val="1100"/>
              <a:buFont typeface="Arial"/>
              <a:buNone/>
            </a:pPr>
            <a:r>
              <a:rPr lang="en" dirty="0">
                <a:solidFill>
                  <a:schemeClr val="dk1"/>
                </a:solidFill>
              </a:rPr>
              <a:t>+55  (18) </a:t>
            </a:r>
            <a:r>
              <a:rPr lang="en" dirty="0"/>
              <a:t>99746-8802</a:t>
            </a:r>
            <a:endParaRPr dirty="0">
              <a:solidFill>
                <a:schemeClr val="dk1"/>
              </a:solidFill>
            </a:endParaRPr>
          </a:p>
        </p:txBody>
      </p:sp>
      <p:grpSp>
        <p:nvGrpSpPr>
          <p:cNvPr id="6225" name="Google Shape;6225;p89"/>
          <p:cNvGrpSpPr/>
          <p:nvPr/>
        </p:nvGrpSpPr>
        <p:grpSpPr>
          <a:xfrm rot="10800000" flipH="1">
            <a:off x="7430942" y="4092332"/>
            <a:ext cx="1256089" cy="511681"/>
            <a:chOff x="7438192" y="539507"/>
            <a:chExt cx="1256089" cy="511681"/>
          </a:xfrm>
        </p:grpSpPr>
        <p:sp>
          <p:nvSpPr>
            <p:cNvPr id="6226" name="Google Shape;6226;p89"/>
            <p:cNvSpPr/>
            <p:nvPr/>
          </p:nvSpPr>
          <p:spPr>
            <a:xfrm>
              <a:off x="7815721"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7" name="Google Shape;6227;p89"/>
            <p:cNvSpPr/>
            <p:nvPr/>
          </p:nvSpPr>
          <p:spPr>
            <a:xfrm>
              <a:off x="8182593" y="539507"/>
              <a:ext cx="511688" cy="511681"/>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8" name="Google Shape;6228;p89"/>
            <p:cNvSpPr/>
            <p:nvPr/>
          </p:nvSpPr>
          <p:spPr>
            <a:xfrm>
              <a:off x="7438546" y="539507"/>
              <a:ext cx="511720" cy="511681"/>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9" name="Google Shape;6229;p89"/>
            <p:cNvSpPr/>
            <p:nvPr/>
          </p:nvSpPr>
          <p:spPr>
            <a:xfrm>
              <a:off x="7815367"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0" name="Google Shape;6230;p89"/>
            <p:cNvSpPr/>
            <p:nvPr/>
          </p:nvSpPr>
          <p:spPr>
            <a:xfrm>
              <a:off x="8182593" y="539507"/>
              <a:ext cx="511334" cy="511326"/>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1" name="Google Shape;6231;p89"/>
            <p:cNvSpPr/>
            <p:nvPr/>
          </p:nvSpPr>
          <p:spPr>
            <a:xfrm>
              <a:off x="7438192" y="539507"/>
              <a:ext cx="511334" cy="511326"/>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32" name="Google Shape;6232;p89"/>
          <p:cNvGrpSpPr/>
          <p:nvPr/>
        </p:nvGrpSpPr>
        <p:grpSpPr>
          <a:xfrm rot="10800000" flipH="1">
            <a:off x="440642" y="539507"/>
            <a:ext cx="878914" cy="511681"/>
            <a:chOff x="4436950" y="1405000"/>
            <a:chExt cx="682175" cy="397175"/>
          </a:xfrm>
        </p:grpSpPr>
        <p:sp>
          <p:nvSpPr>
            <p:cNvPr id="6233" name="Google Shape;6233;p89"/>
            <p:cNvSpPr/>
            <p:nvPr/>
          </p:nvSpPr>
          <p:spPr>
            <a:xfrm>
              <a:off x="4437225" y="1405000"/>
              <a:ext cx="397175" cy="397175"/>
            </a:xfrm>
            <a:custGeom>
              <a:avLst/>
              <a:gdLst/>
              <a:ahLst/>
              <a:cxnLst/>
              <a:rect l="l" t="t" r="r" b="b"/>
              <a:pathLst>
                <a:path w="15887" h="15887" extrusionOk="0">
                  <a:moveTo>
                    <a:pt x="7944" y="15887"/>
                  </a:moveTo>
                  <a:lnTo>
                    <a:pt x="1" y="7944"/>
                  </a:lnTo>
                  <a:lnTo>
                    <a:pt x="7944" y="1"/>
                  </a:lnTo>
                  <a:lnTo>
                    <a:pt x="15887"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4" name="Google Shape;6234;p89"/>
            <p:cNvSpPr/>
            <p:nvPr/>
          </p:nvSpPr>
          <p:spPr>
            <a:xfrm>
              <a:off x="4721975" y="1405000"/>
              <a:ext cx="397150" cy="397175"/>
            </a:xfrm>
            <a:custGeom>
              <a:avLst/>
              <a:gdLst/>
              <a:ahLst/>
              <a:cxnLst/>
              <a:rect l="l" t="t" r="r" b="b"/>
              <a:pathLst>
                <a:path w="15886" h="15887" extrusionOk="0">
                  <a:moveTo>
                    <a:pt x="7954" y="15887"/>
                  </a:moveTo>
                  <a:lnTo>
                    <a:pt x="0" y="7944"/>
                  </a:lnTo>
                  <a:lnTo>
                    <a:pt x="7954" y="1"/>
                  </a:lnTo>
                  <a:lnTo>
                    <a:pt x="15886" y="7944"/>
                  </a:lnTo>
                  <a:close/>
                </a:path>
              </a:pathLst>
            </a:custGeom>
            <a:gradFill>
              <a:gsLst>
                <a:gs pos="0">
                  <a:schemeClr val="accent1"/>
                </a:gs>
                <a:gs pos="100000">
                  <a:schemeClr val="lt1"/>
                </a:gs>
              </a:gsLst>
              <a:path path="circle">
                <a:fillToRect l="50000" t="50000" r="50000" b="50000"/>
              </a:path>
              <a:tileRect/>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5" name="Google Shape;6235;p89"/>
            <p:cNvSpPr/>
            <p:nvPr/>
          </p:nvSpPr>
          <p:spPr>
            <a:xfrm>
              <a:off x="4436950" y="1405000"/>
              <a:ext cx="396875" cy="396900"/>
            </a:xfrm>
            <a:custGeom>
              <a:avLst/>
              <a:gdLst/>
              <a:ahLst/>
              <a:cxnLst/>
              <a:rect l="l" t="t" r="r" b="b"/>
              <a:pathLst>
                <a:path w="15875" h="15876" fill="none" extrusionOk="0">
                  <a:moveTo>
                    <a:pt x="0" y="7944"/>
                  </a:moveTo>
                  <a:lnTo>
                    <a:pt x="7943" y="1"/>
                  </a:lnTo>
                  <a:lnTo>
                    <a:pt x="15875" y="7944"/>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6" name="Google Shape;6236;p89"/>
            <p:cNvSpPr/>
            <p:nvPr/>
          </p:nvSpPr>
          <p:spPr>
            <a:xfrm>
              <a:off x="4721975" y="1405000"/>
              <a:ext cx="396875" cy="396900"/>
            </a:xfrm>
            <a:custGeom>
              <a:avLst/>
              <a:gdLst/>
              <a:ahLst/>
              <a:cxnLst/>
              <a:rect l="l" t="t" r="r" b="b"/>
              <a:pathLst>
                <a:path w="15875" h="15876" fill="none" extrusionOk="0">
                  <a:moveTo>
                    <a:pt x="0" y="7932"/>
                  </a:moveTo>
                  <a:lnTo>
                    <a:pt x="7943" y="1"/>
                  </a:lnTo>
                  <a:lnTo>
                    <a:pt x="15874" y="7932"/>
                  </a:lnTo>
                  <a:lnTo>
                    <a:pt x="7943" y="15875"/>
                  </a:lnTo>
                  <a:close/>
                </a:path>
              </a:pathLst>
            </a:custGeom>
            <a:noFill/>
            <a:ln w="9525" cap="flat" cmpd="sng">
              <a:solidFill>
                <a:schemeClr val="dk2"/>
              </a:solidFill>
              <a:prstDash val="solid"/>
              <a:miter lim="1141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37" name="Google Shape;6237;p89"/>
          <p:cNvGrpSpPr/>
          <p:nvPr/>
        </p:nvGrpSpPr>
        <p:grpSpPr>
          <a:xfrm rot="1062283">
            <a:off x="7430752" y="539301"/>
            <a:ext cx="920183" cy="838326"/>
            <a:chOff x="6795891" y="2274401"/>
            <a:chExt cx="920218" cy="838358"/>
          </a:xfrm>
        </p:grpSpPr>
        <p:grpSp>
          <p:nvGrpSpPr>
            <p:cNvPr id="6238" name="Google Shape;6238;p89"/>
            <p:cNvGrpSpPr/>
            <p:nvPr/>
          </p:nvGrpSpPr>
          <p:grpSpPr>
            <a:xfrm>
              <a:off x="6795891" y="2274401"/>
              <a:ext cx="920218" cy="838358"/>
              <a:chOff x="1310300" y="1329825"/>
              <a:chExt cx="599725" cy="546375"/>
            </a:xfrm>
          </p:grpSpPr>
          <p:sp>
            <p:nvSpPr>
              <p:cNvPr id="6239" name="Google Shape;6239;p89"/>
              <p:cNvSpPr/>
              <p:nvPr/>
            </p:nvSpPr>
            <p:spPr>
              <a:xfrm>
                <a:off x="1310300" y="1329825"/>
                <a:ext cx="599725" cy="546375"/>
              </a:xfrm>
              <a:custGeom>
                <a:avLst/>
                <a:gdLst/>
                <a:ahLst/>
                <a:cxnLst/>
                <a:rect l="l" t="t" r="r" b="b"/>
                <a:pathLst>
                  <a:path w="23989" h="21855" extrusionOk="0">
                    <a:moveTo>
                      <a:pt x="11994" y="1"/>
                    </a:moveTo>
                    <a:cubicBezTo>
                      <a:pt x="9198" y="1"/>
                      <a:pt x="6402" y="1068"/>
                      <a:pt x="4268" y="3202"/>
                    </a:cubicBezTo>
                    <a:cubicBezTo>
                      <a:pt x="0" y="7470"/>
                      <a:pt x="0" y="14386"/>
                      <a:pt x="4268" y="18654"/>
                    </a:cubicBezTo>
                    <a:cubicBezTo>
                      <a:pt x="6402" y="20788"/>
                      <a:pt x="9198" y="21855"/>
                      <a:pt x="11994" y="21855"/>
                    </a:cubicBezTo>
                    <a:cubicBezTo>
                      <a:pt x="14790" y="21855"/>
                      <a:pt x="17586" y="20788"/>
                      <a:pt x="19720" y="18654"/>
                    </a:cubicBezTo>
                    <a:cubicBezTo>
                      <a:pt x="23988" y="14386"/>
                      <a:pt x="23988" y="7470"/>
                      <a:pt x="19720" y="3202"/>
                    </a:cubicBezTo>
                    <a:cubicBezTo>
                      <a:pt x="17586" y="1068"/>
                      <a:pt x="14790" y="1"/>
                      <a:pt x="11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0" name="Google Shape;6240;p89"/>
              <p:cNvSpPr/>
              <p:nvPr/>
            </p:nvSpPr>
            <p:spPr>
              <a:xfrm>
                <a:off x="1394750" y="1387900"/>
                <a:ext cx="430825" cy="430825"/>
              </a:xfrm>
              <a:custGeom>
                <a:avLst/>
                <a:gdLst/>
                <a:ahLst/>
                <a:cxnLst/>
                <a:rect l="l" t="t" r="r" b="b"/>
                <a:pathLst>
                  <a:path w="17233" h="17233" extrusionOk="0">
                    <a:moveTo>
                      <a:pt x="17232" y="8616"/>
                    </a:moveTo>
                    <a:cubicBezTo>
                      <a:pt x="17232" y="13364"/>
                      <a:pt x="13375" y="17232"/>
                      <a:pt x="8616" y="17232"/>
                    </a:cubicBezTo>
                    <a:cubicBezTo>
                      <a:pt x="3857" y="17232"/>
                      <a:pt x="0" y="13364"/>
                      <a:pt x="0" y="8616"/>
                    </a:cubicBezTo>
                    <a:cubicBezTo>
                      <a:pt x="0" y="3857"/>
                      <a:pt x="3857" y="0"/>
                      <a:pt x="8616" y="0"/>
                    </a:cubicBezTo>
                    <a:cubicBezTo>
                      <a:pt x="13375" y="0"/>
                      <a:pt x="17232" y="3857"/>
                      <a:pt x="17232" y="8616"/>
                    </a:cubicBezTo>
                    <a:close/>
                  </a:path>
                </a:pathLst>
              </a:custGeom>
              <a:gradFill>
                <a:gsLst>
                  <a:gs pos="0">
                    <a:schemeClr val="accent1"/>
                  </a:gs>
                  <a:gs pos="100000">
                    <a:schemeClr val="lt1"/>
                  </a:gs>
                </a:gsLst>
                <a:path path="circle">
                  <a:fillToRect l="50000" t="50000" r="50000" b="50000"/>
                </a:path>
                <a:tileRect/>
              </a:gradFill>
              <a:ln>
                <a:noFill/>
              </a:ln>
              <a:effectLst>
                <a:outerShdw blurRad="57150" dist="47625" dir="486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41" name="Google Shape;6241;p89"/>
            <p:cNvGrpSpPr/>
            <p:nvPr/>
          </p:nvGrpSpPr>
          <p:grpSpPr>
            <a:xfrm>
              <a:off x="7059515" y="2497095"/>
              <a:ext cx="392971" cy="392971"/>
              <a:chOff x="6239925" y="2032450"/>
              <a:chExt cx="472775" cy="472775"/>
            </a:xfrm>
          </p:grpSpPr>
          <p:sp>
            <p:nvSpPr>
              <p:cNvPr id="6242" name="Google Shape;6242;p89"/>
              <p:cNvSpPr/>
              <p:nvPr/>
            </p:nvSpPr>
            <p:spPr>
              <a:xfrm>
                <a:off x="6239925" y="2032450"/>
                <a:ext cx="472775" cy="472775"/>
              </a:xfrm>
              <a:custGeom>
                <a:avLst/>
                <a:gdLst/>
                <a:ahLst/>
                <a:cxnLst/>
                <a:rect l="l" t="t" r="r" b="b"/>
                <a:pathLst>
                  <a:path w="18911" h="18911" extrusionOk="0">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43" name="Google Shape;6243;p89"/>
              <p:cNvSpPr/>
              <p:nvPr/>
            </p:nvSpPr>
            <p:spPr>
              <a:xfrm>
                <a:off x="6329800" y="2122325"/>
                <a:ext cx="292950" cy="293025"/>
              </a:xfrm>
              <a:custGeom>
                <a:avLst/>
                <a:gdLst/>
                <a:ahLst/>
                <a:cxnLst/>
                <a:rect l="l" t="t" r="r" b="b"/>
                <a:pathLst>
                  <a:path w="11718" h="11721" extrusionOk="0">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spTree>
  </p:cSld>
  <p:clrMapOvr>
    <a:masterClrMapping/>
  </p:clrMapOvr>
</p:sld>
</file>

<file path=ppt/theme/theme1.xml><?xml version="1.0" encoding="utf-8"?>
<a:theme xmlns:a="http://schemas.openxmlformats.org/drawingml/2006/main" name="Dutch Market Investment Consulting by Slidesgo">
  <a:themeElements>
    <a:clrScheme name="Simple Light">
      <a:dk1>
        <a:srgbClr val="FFFFFF"/>
      </a:dk1>
      <a:lt1>
        <a:srgbClr val="303B4D"/>
      </a:lt1>
      <a:dk2>
        <a:srgbClr val="C0A06D"/>
      </a:dk2>
      <a:lt2>
        <a:srgbClr val="9C8055"/>
      </a:lt2>
      <a:accent1>
        <a:srgbClr val="3C4A60"/>
      </a:accent1>
      <a:accent2>
        <a:srgbClr val="5D6B82"/>
      </a:accent2>
      <a:accent3>
        <a:srgbClr val="D4BE9B"/>
      </a:accent3>
      <a:accent4>
        <a:srgbClr val="E0E0E0"/>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390</Words>
  <Application>Microsoft Office PowerPoint</Application>
  <PresentationFormat>Apresentação na tela (16:9)</PresentationFormat>
  <Paragraphs>86</Paragraphs>
  <Slides>15</Slides>
  <Notes>15</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15</vt:i4>
      </vt:variant>
    </vt:vector>
  </HeadingPairs>
  <TitlesOfParts>
    <vt:vector size="21" baseType="lpstr">
      <vt:lpstr>Poppins</vt:lpstr>
      <vt:lpstr>Open Sans</vt:lpstr>
      <vt:lpstr>Poppins ExtraBold</vt:lpstr>
      <vt:lpstr>Arial</vt:lpstr>
      <vt:lpstr>Abadi</vt:lpstr>
      <vt:lpstr>Dutch Market Investment Consulting by Slidesgo</vt:lpstr>
      <vt:lpstr>CASE DATA SCIENCE &amp; AI  Charles River Capital </vt:lpstr>
      <vt:lpstr>02</vt:lpstr>
      <vt:lpstr>CASE DATA SCIENCE &amp; AI</vt:lpstr>
      <vt:lpstr>RESUMO</vt:lpstr>
      <vt:lpstr>FERRAMENTAS UTILIZADAS</vt:lpstr>
      <vt:lpstr>FERRAMENTAS GERAIS</vt:lpstr>
      <vt:lpstr>COLETA DE DADOS</vt:lpstr>
      <vt:lpstr>RESUMO E RELATÓRIO</vt:lpstr>
      <vt:lpstr>BANCO DE DADOS</vt:lpstr>
      <vt:lpstr>PROCESSO</vt:lpstr>
      <vt:lpstr>ETAPAS DO PROCESSO DE DESENVOLVIMENTO</vt:lpstr>
      <vt:lpstr>DIFICULDADES</vt:lpstr>
      <vt:lpstr>CONCLUSÕES</vt:lpstr>
      <vt:lpstr>APRENDIZADOS</vt:lpstr>
      <vt:lpstr>OBRIGADO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Alex Júnio Maia de Oliveira</cp:lastModifiedBy>
  <cp:revision>7</cp:revision>
  <dcterms:modified xsi:type="dcterms:W3CDTF">2026-03-30T12:53:07Z</dcterms:modified>
</cp:coreProperties>
</file>